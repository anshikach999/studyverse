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4"/>
  </p:sldMasterIdLst>
  <p:notesMasterIdLst>
    <p:notesMasterId r:id="rId24"/>
  </p:notesMasterIdLst>
  <p:sldIdLst>
    <p:sldId id="256" r:id="rId5"/>
    <p:sldId id="257" r:id="rId6"/>
    <p:sldId id="258" r:id="rId7"/>
    <p:sldId id="259" r:id="rId8"/>
    <p:sldId id="260" r:id="rId9"/>
    <p:sldId id="276" r:id="rId10"/>
    <p:sldId id="261" r:id="rId11"/>
    <p:sldId id="262" r:id="rId12"/>
    <p:sldId id="263" r:id="rId13"/>
    <p:sldId id="264" r:id="rId14"/>
    <p:sldId id="265" r:id="rId15"/>
    <p:sldId id="267" r:id="rId16"/>
    <p:sldId id="268" r:id="rId17"/>
    <p:sldId id="269" r:id="rId18"/>
    <p:sldId id="270" r:id="rId19"/>
    <p:sldId id="271" r:id="rId20"/>
    <p:sldId id="273" r:id="rId21"/>
    <p:sldId id="274" r:id="rId22"/>
    <p:sldId id="275" r:id="rId23"/>
  </p:sldIdLst>
  <p:sldSz cx="12192000" cy="6858000"/>
  <p:notesSz cx="12192000" cy="6858000"/>
  <p:defaultTextStyle>
    <a:defPPr>
      <a:defRPr kern="0"/>
    </a:defPPr>
  </p:defaultTextStyle>
  <p:extLst>
    <p:ext uri="{EFAFB233-063F-42B5-8137-9DF3F51BA10A}">
      <p15:sldGuideLst xmlns:p15="http://schemas.microsoft.com/office/powerpoint/2012/main">
        <p15:guide id="1" orient="horz" pos="2913" userDrawn="1">
          <p15:clr>
            <a:srgbClr val="A4A3A4"/>
          </p15:clr>
        </p15:guide>
        <p15:guide id="2" pos="216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howGuides="1">
      <p:cViewPr varScale="1">
        <p:scale>
          <a:sx n="61" d="100"/>
          <a:sy n="61" d="100"/>
        </p:scale>
        <p:origin x="996" y="66"/>
      </p:cViewPr>
      <p:guideLst>
        <p:guide orient="horz" pos="2913"/>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viewProps" Target="viewProp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notesMaster" Target="notesMasters/notesMaster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6905625" y="0"/>
            <a:ext cx="5283200" cy="344488"/>
          </a:xfrm>
          <a:prstGeom prst="rect">
            <a:avLst/>
          </a:prstGeom>
        </p:spPr>
        <p:txBody>
          <a:bodyPr vert="horz" lIns="91440" tIns="45720" rIns="91440" bIns="45720" rtlCol="0"/>
          <a:lstStyle>
            <a:lvl1pPr algn="r">
              <a:defRPr sz="1200"/>
            </a:lvl1pPr>
          </a:lstStyle>
          <a:p>
            <a:fld id="{C056C240-82B6-4440-BC53-022916A0E34C}" type="datetimeFigureOut">
              <a:rPr lang="en-IN" smtClean="0"/>
              <a:t>21-08-2025</a:t>
            </a:fld>
            <a:endParaRPr lang="en-IN"/>
          </a:p>
        </p:txBody>
      </p:sp>
      <p:sp>
        <p:nvSpPr>
          <p:cNvPr id="4" name="Slide Image Placeholder 3"/>
          <p:cNvSpPr>
            <a:spLocks noGrp="1" noRot="1" noChangeAspect="1"/>
          </p:cNvSpPr>
          <p:nvPr>
            <p:ph type="sldImg" idx="2"/>
          </p:nvPr>
        </p:nvSpPr>
        <p:spPr>
          <a:xfrm>
            <a:off x="4038600" y="857250"/>
            <a:ext cx="4114800" cy="2314575"/>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1219200" y="3300413"/>
            <a:ext cx="9753600" cy="2700337"/>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6513513"/>
            <a:ext cx="5283200" cy="3444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6905625" y="6513513"/>
            <a:ext cx="5283200" cy="344487"/>
          </a:xfrm>
          <a:prstGeom prst="rect">
            <a:avLst/>
          </a:prstGeom>
        </p:spPr>
        <p:txBody>
          <a:bodyPr vert="horz" lIns="91440" tIns="45720" rIns="91440" bIns="45720" rtlCol="0" anchor="b"/>
          <a:lstStyle>
            <a:lvl1pPr algn="r">
              <a:defRPr sz="1200"/>
            </a:lvl1pPr>
          </a:lstStyle>
          <a:p>
            <a:fld id="{A6670202-97A8-4D28-932A-B281118D0121}" type="slidenum">
              <a:rPr lang="en-IN" smtClean="0"/>
              <a:t>‹#›</a:t>
            </a:fld>
            <a:endParaRPr lang="en-IN"/>
          </a:p>
        </p:txBody>
      </p:sp>
    </p:spTree>
    <p:extLst>
      <p:ext uri="{BB962C8B-B14F-4D97-AF65-F5344CB8AC3E}">
        <p14:creationId xmlns:p14="http://schemas.microsoft.com/office/powerpoint/2010/main" val="26673209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6670202-97A8-4D28-932A-B281118D0121}" type="slidenum">
              <a:rPr lang="en-IN" smtClean="0"/>
              <a:t>18</a:t>
            </a:fld>
            <a:endParaRPr lang="en-IN"/>
          </a:p>
        </p:txBody>
      </p:sp>
    </p:spTree>
    <p:extLst>
      <p:ext uri="{BB962C8B-B14F-4D97-AF65-F5344CB8AC3E}">
        <p14:creationId xmlns:p14="http://schemas.microsoft.com/office/powerpoint/2010/main" val="167788478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 Id="rId9" Type="http://schemas.openxmlformats.org/officeDocument/2006/relationships/image" Target="../media/image8.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5427" y="173334"/>
            <a:ext cx="1856105" cy="246379"/>
          </a:xfrm>
          <a:prstGeom prst="rect">
            <a:avLst/>
          </a:prstGeom>
        </p:spPr>
        <p:txBody>
          <a:bodyPr wrap="square" lIns="0" tIns="0" rIns="0" bIns="0">
            <a:spAutoFit/>
          </a:bodyPr>
          <a:lstStyle>
            <a:lvl1pPr>
              <a:defRPr sz="3800" b="1" i="1">
                <a:solidFill>
                  <a:schemeClr val="tx1"/>
                </a:solidFill>
                <a:latin typeface="Georgia" panose="02040502050405020303"/>
                <a:cs typeface="Georgia" panose="02040502050405020303"/>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b="0" i="0">
                <a:solidFill>
                  <a:schemeClr val="tx1"/>
                </a:solidFill>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8/21/2025</a:t>
            </a:fld>
            <a:endParaRPr lang="en-US"/>
          </a:p>
        </p:txBody>
      </p:sp>
      <p:sp>
        <p:nvSpPr>
          <p:cNvPr id="6" name="Holder 6"/>
          <p:cNvSpPr>
            <a:spLocks noGrp="1"/>
          </p:cNvSpPr>
          <p:nvPr>
            <p:ph type="sldNum" sz="quarter" idx="7"/>
          </p:nvPr>
        </p:nvSpPr>
        <p:spPr/>
        <p:txBody>
          <a:bodyPr lIns="0" tIns="0" rIns="0" bIns="0"/>
          <a:lstStyle>
            <a:lvl1pPr>
              <a:defRPr sz="600" b="0" i="0">
                <a:solidFill>
                  <a:srgbClr val="ACACDF"/>
                </a:solidFill>
                <a:latin typeface="Trebuchet MS" panose="020B0603020202020204"/>
                <a:cs typeface="Trebuchet MS" panose="020B0603020202020204"/>
              </a:defRPr>
            </a:lvl1pPr>
          </a:lstStyle>
          <a:p>
            <a:pPr marL="38100">
              <a:lnSpc>
                <a:spcPts val="680"/>
              </a:lnSpc>
            </a:pPr>
            <a:fld id="{81D60167-4931-47E6-BA6A-407CBD079E47}" type="slidenum">
              <a:rPr spc="-10" dirty="0"/>
              <a:t>‹#›</a:t>
            </a:fld>
            <a:r>
              <a:rPr spc="-10" dirty="0"/>
              <a:t>/21</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0"/>
            <a:ext cx="12192000" cy="6858000"/>
          </a:xfrm>
          <a:custGeom>
            <a:avLst/>
            <a:gdLst/>
            <a:ahLst/>
            <a:cxnLst/>
            <a:rect l="l" t="t" r="r" b="b"/>
            <a:pathLst>
              <a:path w="12192000" h="6858000">
                <a:moveTo>
                  <a:pt x="12192000" y="0"/>
                </a:moveTo>
                <a:lnTo>
                  <a:pt x="0" y="0"/>
                </a:lnTo>
                <a:lnTo>
                  <a:pt x="0" y="6858000"/>
                </a:lnTo>
                <a:lnTo>
                  <a:pt x="12192000" y="6858000"/>
                </a:lnTo>
                <a:lnTo>
                  <a:pt x="12192000" y="0"/>
                </a:lnTo>
                <a:close/>
              </a:path>
            </a:pathLst>
          </a:custGeom>
          <a:solidFill>
            <a:srgbClr val="E1E6E8"/>
          </a:solidFill>
        </p:spPr>
        <p:txBody>
          <a:bodyPr wrap="square" lIns="0" tIns="0" rIns="0" bIns="0" rtlCol="0"/>
          <a:lstStyle/>
          <a:p>
            <a:endParaRPr/>
          </a:p>
        </p:txBody>
      </p:sp>
      <p:pic>
        <p:nvPicPr>
          <p:cNvPr id="17" name="bg object 17"/>
          <p:cNvPicPr/>
          <p:nvPr/>
        </p:nvPicPr>
        <p:blipFill>
          <a:blip r:embed="rId2" cstate="print"/>
          <a:stretch>
            <a:fillRect/>
          </a:stretch>
        </p:blipFill>
        <p:spPr>
          <a:xfrm>
            <a:off x="11135868" y="0"/>
            <a:ext cx="1050035" cy="1211579"/>
          </a:xfrm>
          <a:prstGeom prst="rect">
            <a:avLst/>
          </a:prstGeom>
        </p:spPr>
      </p:pic>
      <p:sp>
        <p:nvSpPr>
          <p:cNvPr id="18" name="bg object 18"/>
          <p:cNvSpPr/>
          <p:nvPr/>
        </p:nvSpPr>
        <p:spPr>
          <a:xfrm>
            <a:off x="9753600" y="5517110"/>
            <a:ext cx="2438400" cy="1341120"/>
          </a:xfrm>
          <a:custGeom>
            <a:avLst/>
            <a:gdLst/>
            <a:ahLst/>
            <a:cxnLst/>
            <a:rect l="l" t="t" r="r" b="b"/>
            <a:pathLst>
              <a:path w="2438400" h="1341120">
                <a:moveTo>
                  <a:pt x="2024888" y="24"/>
                </a:moveTo>
                <a:lnTo>
                  <a:pt x="1972254" y="0"/>
                </a:lnTo>
                <a:lnTo>
                  <a:pt x="1919681" y="1826"/>
                </a:lnTo>
                <a:lnTo>
                  <a:pt x="1867172" y="5556"/>
                </a:lnTo>
                <a:lnTo>
                  <a:pt x="1814733" y="11244"/>
                </a:lnTo>
                <a:lnTo>
                  <a:pt x="1762367" y="18942"/>
                </a:lnTo>
                <a:lnTo>
                  <a:pt x="1710078" y="28705"/>
                </a:lnTo>
                <a:lnTo>
                  <a:pt x="1657871" y="40586"/>
                </a:lnTo>
                <a:lnTo>
                  <a:pt x="1605749" y="54638"/>
                </a:lnTo>
                <a:lnTo>
                  <a:pt x="1553718" y="70915"/>
                </a:lnTo>
                <a:lnTo>
                  <a:pt x="1512092" y="85578"/>
                </a:lnTo>
                <a:lnTo>
                  <a:pt x="1470528" y="101727"/>
                </a:lnTo>
                <a:lnTo>
                  <a:pt x="1429026" y="119390"/>
                </a:lnTo>
                <a:lnTo>
                  <a:pt x="1387586" y="138595"/>
                </a:lnTo>
                <a:lnTo>
                  <a:pt x="1346209" y="159370"/>
                </a:lnTo>
                <a:lnTo>
                  <a:pt x="1304895" y="181744"/>
                </a:lnTo>
                <a:lnTo>
                  <a:pt x="1263645" y="205743"/>
                </a:lnTo>
                <a:lnTo>
                  <a:pt x="1222459" y="231397"/>
                </a:lnTo>
                <a:lnTo>
                  <a:pt x="1181337" y="258734"/>
                </a:lnTo>
                <a:lnTo>
                  <a:pt x="1140281" y="287780"/>
                </a:lnTo>
                <a:lnTo>
                  <a:pt x="1099290" y="318565"/>
                </a:lnTo>
                <a:lnTo>
                  <a:pt x="1058365" y="351116"/>
                </a:lnTo>
                <a:lnTo>
                  <a:pt x="1017506" y="385462"/>
                </a:lnTo>
                <a:lnTo>
                  <a:pt x="976714" y="421630"/>
                </a:lnTo>
                <a:lnTo>
                  <a:pt x="935990" y="459649"/>
                </a:lnTo>
                <a:lnTo>
                  <a:pt x="865665" y="526708"/>
                </a:lnTo>
                <a:lnTo>
                  <a:pt x="722048" y="662165"/>
                </a:lnTo>
                <a:lnTo>
                  <a:pt x="276153" y="1078492"/>
                </a:lnTo>
                <a:lnTo>
                  <a:pt x="125732" y="1220307"/>
                </a:lnTo>
                <a:lnTo>
                  <a:pt x="13334" y="1327577"/>
                </a:lnTo>
                <a:lnTo>
                  <a:pt x="0" y="1340889"/>
                </a:lnTo>
                <a:lnTo>
                  <a:pt x="2438400" y="1340889"/>
                </a:lnTo>
                <a:lnTo>
                  <a:pt x="2438400" y="58571"/>
                </a:lnTo>
                <a:lnTo>
                  <a:pt x="2381377" y="44220"/>
                </a:lnTo>
                <a:lnTo>
                  <a:pt x="2330338" y="33560"/>
                </a:lnTo>
                <a:lnTo>
                  <a:pt x="2279334" y="24261"/>
                </a:lnTo>
                <a:lnTo>
                  <a:pt x="2228364" y="16374"/>
                </a:lnTo>
                <a:lnTo>
                  <a:pt x="2177433" y="9954"/>
                </a:lnTo>
                <a:lnTo>
                  <a:pt x="2126542" y="5053"/>
                </a:lnTo>
                <a:lnTo>
                  <a:pt x="2075692" y="1725"/>
                </a:lnTo>
                <a:lnTo>
                  <a:pt x="2024888" y="24"/>
                </a:lnTo>
                <a:close/>
              </a:path>
            </a:pathLst>
          </a:custGeom>
          <a:solidFill>
            <a:srgbClr val="CEC6AC">
              <a:alpha val="50195"/>
            </a:srgbClr>
          </a:solidFill>
        </p:spPr>
        <p:txBody>
          <a:bodyPr wrap="square" lIns="0" tIns="0" rIns="0" bIns="0" rtlCol="0"/>
          <a:lstStyle/>
          <a:p>
            <a:endParaRPr/>
          </a:p>
        </p:txBody>
      </p:sp>
      <p:pic>
        <p:nvPicPr>
          <p:cNvPr id="19" name="bg object 19"/>
          <p:cNvPicPr/>
          <p:nvPr/>
        </p:nvPicPr>
        <p:blipFill>
          <a:blip r:embed="rId3" cstate="print"/>
          <a:stretch>
            <a:fillRect/>
          </a:stretch>
        </p:blipFill>
        <p:spPr>
          <a:xfrm>
            <a:off x="11027917" y="5890338"/>
            <a:ext cx="130792" cy="114035"/>
          </a:xfrm>
          <a:prstGeom prst="rect">
            <a:avLst/>
          </a:prstGeom>
        </p:spPr>
      </p:pic>
      <p:pic>
        <p:nvPicPr>
          <p:cNvPr id="20" name="bg object 20"/>
          <p:cNvPicPr/>
          <p:nvPr/>
        </p:nvPicPr>
        <p:blipFill>
          <a:blip r:embed="rId4" cstate="print"/>
          <a:stretch>
            <a:fillRect/>
          </a:stretch>
        </p:blipFill>
        <p:spPr>
          <a:xfrm>
            <a:off x="10780799" y="5751771"/>
            <a:ext cx="148312" cy="196026"/>
          </a:xfrm>
          <a:prstGeom prst="rect">
            <a:avLst/>
          </a:prstGeom>
        </p:spPr>
      </p:pic>
      <p:pic>
        <p:nvPicPr>
          <p:cNvPr id="21" name="bg object 21"/>
          <p:cNvPicPr/>
          <p:nvPr/>
        </p:nvPicPr>
        <p:blipFill>
          <a:blip r:embed="rId5" cstate="print"/>
          <a:stretch>
            <a:fillRect/>
          </a:stretch>
        </p:blipFill>
        <p:spPr>
          <a:xfrm>
            <a:off x="11527599" y="5852604"/>
            <a:ext cx="133786" cy="93441"/>
          </a:xfrm>
          <a:prstGeom prst="rect">
            <a:avLst/>
          </a:prstGeom>
        </p:spPr>
      </p:pic>
      <p:pic>
        <p:nvPicPr>
          <p:cNvPr id="22" name="bg object 22"/>
          <p:cNvPicPr/>
          <p:nvPr/>
        </p:nvPicPr>
        <p:blipFill>
          <a:blip r:embed="rId6" cstate="print"/>
          <a:stretch>
            <a:fillRect/>
          </a:stretch>
        </p:blipFill>
        <p:spPr>
          <a:xfrm>
            <a:off x="10974323" y="5204459"/>
            <a:ext cx="184328" cy="161289"/>
          </a:xfrm>
          <a:prstGeom prst="rect">
            <a:avLst/>
          </a:prstGeom>
        </p:spPr>
      </p:pic>
      <p:pic>
        <p:nvPicPr>
          <p:cNvPr id="23" name="bg object 23"/>
          <p:cNvPicPr/>
          <p:nvPr/>
        </p:nvPicPr>
        <p:blipFill>
          <a:blip r:embed="rId7" cstate="print"/>
          <a:stretch>
            <a:fillRect/>
          </a:stretch>
        </p:blipFill>
        <p:spPr>
          <a:xfrm>
            <a:off x="11443710" y="5312743"/>
            <a:ext cx="83825" cy="77581"/>
          </a:xfrm>
          <a:prstGeom prst="rect">
            <a:avLst/>
          </a:prstGeom>
        </p:spPr>
      </p:pic>
      <p:pic>
        <p:nvPicPr>
          <p:cNvPr id="24" name="bg object 24"/>
          <p:cNvPicPr/>
          <p:nvPr/>
        </p:nvPicPr>
        <p:blipFill>
          <a:blip r:embed="rId8" cstate="print"/>
          <a:stretch>
            <a:fillRect/>
          </a:stretch>
        </p:blipFill>
        <p:spPr>
          <a:xfrm>
            <a:off x="10776198" y="5440727"/>
            <a:ext cx="83825" cy="76072"/>
          </a:xfrm>
          <a:prstGeom prst="rect">
            <a:avLst/>
          </a:prstGeom>
        </p:spPr>
      </p:pic>
      <p:pic>
        <p:nvPicPr>
          <p:cNvPr id="25" name="bg object 25"/>
          <p:cNvPicPr/>
          <p:nvPr/>
        </p:nvPicPr>
        <p:blipFill>
          <a:blip r:embed="rId9" cstate="print"/>
          <a:stretch>
            <a:fillRect/>
          </a:stretch>
        </p:blipFill>
        <p:spPr>
          <a:xfrm>
            <a:off x="11180061" y="5606592"/>
            <a:ext cx="173212" cy="140316"/>
          </a:xfrm>
          <a:prstGeom prst="rect">
            <a:avLst/>
          </a:prstGeom>
        </p:spPr>
      </p:pic>
      <p:sp>
        <p:nvSpPr>
          <p:cNvPr id="26" name="bg object 26"/>
          <p:cNvSpPr/>
          <p:nvPr/>
        </p:nvSpPr>
        <p:spPr>
          <a:xfrm>
            <a:off x="0" y="0"/>
            <a:ext cx="2315210" cy="1085215"/>
          </a:xfrm>
          <a:custGeom>
            <a:avLst/>
            <a:gdLst/>
            <a:ahLst/>
            <a:cxnLst/>
            <a:rect l="l" t="t" r="r" b="b"/>
            <a:pathLst>
              <a:path w="2315210" h="1085215">
                <a:moveTo>
                  <a:pt x="2314956" y="0"/>
                </a:moveTo>
                <a:lnTo>
                  <a:pt x="0" y="0"/>
                </a:lnTo>
                <a:lnTo>
                  <a:pt x="0" y="1043559"/>
                </a:lnTo>
                <a:lnTo>
                  <a:pt x="117543" y="1064640"/>
                </a:lnTo>
                <a:lnTo>
                  <a:pt x="168146" y="1071473"/>
                </a:lnTo>
                <a:lnTo>
                  <a:pt x="218878" y="1076995"/>
                </a:lnTo>
                <a:lnTo>
                  <a:pt x="269745" y="1081145"/>
                </a:lnTo>
                <a:lnTo>
                  <a:pt x="320752" y="1083863"/>
                </a:lnTo>
                <a:lnTo>
                  <a:pt x="371906" y="1085088"/>
                </a:lnTo>
                <a:lnTo>
                  <a:pt x="427423" y="1084611"/>
                </a:lnTo>
                <a:lnTo>
                  <a:pt x="482090" y="1082307"/>
                </a:lnTo>
                <a:lnTo>
                  <a:pt x="535940" y="1078263"/>
                </a:lnTo>
                <a:lnTo>
                  <a:pt x="588999" y="1072571"/>
                </a:lnTo>
                <a:lnTo>
                  <a:pt x="641299" y="1065318"/>
                </a:lnTo>
                <a:lnTo>
                  <a:pt x="692867" y="1056594"/>
                </a:lnTo>
                <a:lnTo>
                  <a:pt x="743734" y="1046489"/>
                </a:lnTo>
                <a:lnTo>
                  <a:pt x="793929" y="1035092"/>
                </a:lnTo>
                <a:lnTo>
                  <a:pt x="843480" y="1022493"/>
                </a:lnTo>
                <a:lnTo>
                  <a:pt x="892418" y="1008781"/>
                </a:lnTo>
                <a:lnTo>
                  <a:pt x="940771" y="994044"/>
                </a:lnTo>
                <a:lnTo>
                  <a:pt x="988570" y="978374"/>
                </a:lnTo>
                <a:lnTo>
                  <a:pt x="1035842" y="961858"/>
                </a:lnTo>
                <a:lnTo>
                  <a:pt x="1082618" y="944587"/>
                </a:lnTo>
                <a:lnTo>
                  <a:pt x="1128927" y="926649"/>
                </a:lnTo>
                <a:lnTo>
                  <a:pt x="1174797" y="908135"/>
                </a:lnTo>
                <a:lnTo>
                  <a:pt x="1220259" y="889133"/>
                </a:lnTo>
                <a:lnTo>
                  <a:pt x="1265342" y="869733"/>
                </a:lnTo>
                <a:lnTo>
                  <a:pt x="1310075" y="850024"/>
                </a:lnTo>
                <a:lnTo>
                  <a:pt x="1354487" y="830096"/>
                </a:lnTo>
                <a:lnTo>
                  <a:pt x="1442466" y="789939"/>
                </a:lnTo>
                <a:lnTo>
                  <a:pt x="1535424" y="746725"/>
                </a:lnTo>
                <a:lnTo>
                  <a:pt x="1581936" y="724576"/>
                </a:lnTo>
                <a:lnTo>
                  <a:pt x="1628281" y="702007"/>
                </a:lnTo>
                <a:lnTo>
                  <a:pt x="1674315" y="678974"/>
                </a:lnTo>
                <a:lnTo>
                  <a:pt x="1719896" y="655433"/>
                </a:lnTo>
                <a:lnTo>
                  <a:pt x="1764882" y="631341"/>
                </a:lnTo>
                <a:lnTo>
                  <a:pt x="1809131" y="606652"/>
                </a:lnTo>
                <a:lnTo>
                  <a:pt x="1852499" y="581323"/>
                </a:lnTo>
                <a:lnTo>
                  <a:pt x="1894844" y="555311"/>
                </a:lnTo>
                <a:lnTo>
                  <a:pt x="1936024" y="528570"/>
                </a:lnTo>
                <a:lnTo>
                  <a:pt x="1975896" y="501057"/>
                </a:lnTo>
                <a:lnTo>
                  <a:pt x="2014317" y="472728"/>
                </a:lnTo>
                <a:lnTo>
                  <a:pt x="2051146" y="443538"/>
                </a:lnTo>
                <a:lnTo>
                  <a:pt x="2086240" y="413444"/>
                </a:lnTo>
                <a:lnTo>
                  <a:pt x="2119456" y="382402"/>
                </a:lnTo>
                <a:lnTo>
                  <a:pt x="2150651" y="350368"/>
                </a:lnTo>
                <a:lnTo>
                  <a:pt x="2179684" y="317298"/>
                </a:lnTo>
                <a:lnTo>
                  <a:pt x="2206411" y="283146"/>
                </a:lnTo>
                <a:lnTo>
                  <a:pt x="2230691" y="247871"/>
                </a:lnTo>
                <a:lnTo>
                  <a:pt x="2252380" y="211427"/>
                </a:lnTo>
                <a:lnTo>
                  <a:pt x="2271336" y="173770"/>
                </a:lnTo>
                <a:lnTo>
                  <a:pt x="2287417" y="134857"/>
                </a:lnTo>
                <a:lnTo>
                  <a:pt x="2300481" y="94644"/>
                </a:lnTo>
                <a:lnTo>
                  <a:pt x="2310384" y="53085"/>
                </a:lnTo>
                <a:lnTo>
                  <a:pt x="2314956" y="0"/>
                </a:lnTo>
                <a:close/>
              </a:path>
            </a:pathLst>
          </a:custGeom>
          <a:solidFill>
            <a:srgbClr val="CDDECD">
              <a:alpha val="50195"/>
            </a:srgbClr>
          </a:solidFill>
        </p:spPr>
        <p:txBody>
          <a:bodyPr wrap="square" lIns="0" tIns="0" rIns="0" bIns="0" rtlCol="0"/>
          <a:lstStyle/>
          <a:p>
            <a:endParaRPr/>
          </a:p>
        </p:txBody>
      </p:sp>
      <p:sp>
        <p:nvSpPr>
          <p:cNvPr id="27" name="bg object 27"/>
          <p:cNvSpPr/>
          <p:nvPr/>
        </p:nvSpPr>
        <p:spPr>
          <a:xfrm>
            <a:off x="530821" y="2310383"/>
            <a:ext cx="986155" cy="45720"/>
          </a:xfrm>
          <a:custGeom>
            <a:avLst/>
            <a:gdLst/>
            <a:ahLst/>
            <a:cxnLst/>
            <a:rect l="l" t="t" r="r" b="b"/>
            <a:pathLst>
              <a:path w="986155" h="45719">
                <a:moveTo>
                  <a:pt x="295529" y="44107"/>
                </a:moveTo>
                <a:lnTo>
                  <a:pt x="295084" y="44107"/>
                </a:lnTo>
                <a:lnTo>
                  <a:pt x="295122" y="45085"/>
                </a:lnTo>
                <a:lnTo>
                  <a:pt x="295249" y="44678"/>
                </a:lnTo>
                <a:lnTo>
                  <a:pt x="295529" y="44107"/>
                </a:lnTo>
                <a:close/>
              </a:path>
              <a:path w="986155" h="45719">
                <a:moveTo>
                  <a:pt x="681532" y="39497"/>
                </a:moveTo>
                <a:lnTo>
                  <a:pt x="680415" y="39497"/>
                </a:lnTo>
                <a:lnTo>
                  <a:pt x="681304" y="39751"/>
                </a:lnTo>
                <a:lnTo>
                  <a:pt x="681532" y="39497"/>
                </a:lnTo>
                <a:close/>
              </a:path>
              <a:path w="986155" h="45719">
                <a:moveTo>
                  <a:pt x="838034" y="40538"/>
                </a:moveTo>
                <a:lnTo>
                  <a:pt x="831443" y="40538"/>
                </a:lnTo>
                <a:lnTo>
                  <a:pt x="832396" y="41783"/>
                </a:lnTo>
                <a:lnTo>
                  <a:pt x="838034" y="40538"/>
                </a:lnTo>
                <a:close/>
              </a:path>
              <a:path w="986155" h="45719">
                <a:moveTo>
                  <a:pt x="985888" y="762"/>
                </a:moveTo>
                <a:lnTo>
                  <a:pt x="932345" y="342"/>
                </a:lnTo>
                <a:lnTo>
                  <a:pt x="960513" y="0"/>
                </a:lnTo>
                <a:lnTo>
                  <a:pt x="903122" y="0"/>
                </a:lnTo>
                <a:lnTo>
                  <a:pt x="902792" y="101"/>
                </a:lnTo>
                <a:lnTo>
                  <a:pt x="900772" y="88"/>
                </a:lnTo>
                <a:lnTo>
                  <a:pt x="900772" y="711"/>
                </a:lnTo>
                <a:lnTo>
                  <a:pt x="900595" y="762"/>
                </a:lnTo>
                <a:lnTo>
                  <a:pt x="896137" y="762"/>
                </a:lnTo>
                <a:lnTo>
                  <a:pt x="900772" y="711"/>
                </a:lnTo>
                <a:lnTo>
                  <a:pt x="900772" y="88"/>
                </a:lnTo>
                <a:lnTo>
                  <a:pt x="896150" y="50"/>
                </a:lnTo>
                <a:lnTo>
                  <a:pt x="890041" y="647"/>
                </a:lnTo>
                <a:lnTo>
                  <a:pt x="882942" y="0"/>
                </a:lnTo>
                <a:lnTo>
                  <a:pt x="844575" y="1257"/>
                </a:lnTo>
                <a:lnTo>
                  <a:pt x="727176" y="2019"/>
                </a:lnTo>
                <a:lnTo>
                  <a:pt x="729767" y="2019"/>
                </a:lnTo>
                <a:lnTo>
                  <a:pt x="680885" y="2628"/>
                </a:lnTo>
                <a:lnTo>
                  <a:pt x="541756" y="3517"/>
                </a:lnTo>
                <a:lnTo>
                  <a:pt x="541756" y="41910"/>
                </a:lnTo>
                <a:lnTo>
                  <a:pt x="540499" y="41910"/>
                </a:lnTo>
                <a:lnTo>
                  <a:pt x="539940" y="42176"/>
                </a:lnTo>
                <a:lnTo>
                  <a:pt x="533501" y="41910"/>
                </a:lnTo>
                <a:lnTo>
                  <a:pt x="540499" y="41910"/>
                </a:lnTo>
                <a:lnTo>
                  <a:pt x="540766" y="41783"/>
                </a:lnTo>
                <a:lnTo>
                  <a:pt x="541401" y="41783"/>
                </a:lnTo>
                <a:lnTo>
                  <a:pt x="541756" y="41910"/>
                </a:lnTo>
                <a:lnTo>
                  <a:pt x="541756" y="3517"/>
                </a:lnTo>
                <a:lnTo>
                  <a:pt x="533755" y="3556"/>
                </a:lnTo>
                <a:lnTo>
                  <a:pt x="486397" y="3048"/>
                </a:lnTo>
                <a:lnTo>
                  <a:pt x="441426" y="5702"/>
                </a:lnTo>
                <a:lnTo>
                  <a:pt x="277025" y="5461"/>
                </a:lnTo>
                <a:lnTo>
                  <a:pt x="384644" y="5461"/>
                </a:lnTo>
                <a:lnTo>
                  <a:pt x="324142" y="4610"/>
                </a:lnTo>
                <a:lnTo>
                  <a:pt x="275424" y="5461"/>
                </a:lnTo>
                <a:lnTo>
                  <a:pt x="170053" y="4673"/>
                </a:lnTo>
                <a:lnTo>
                  <a:pt x="169087" y="4610"/>
                </a:lnTo>
                <a:lnTo>
                  <a:pt x="161950" y="4610"/>
                </a:lnTo>
                <a:lnTo>
                  <a:pt x="160959" y="4457"/>
                </a:lnTo>
                <a:lnTo>
                  <a:pt x="155067" y="3937"/>
                </a:lnTo>
                <a:lnTo>
                  <a:pt x="119976" y="7569"/>
                </a:lnTo>
                <a:lnTo>
                  <a:pt x="82778" y="8166"/>
                </a:lnTo>
                <a:lnTo>
                  <a:pt x="44526" y="6908"/>
                </a:lnTo>
                <a:lnTo>
                  <a:pt x="16268" y="5461"/>
                </a:lnTo>
                <a:lnTo>
                  <a:pt x="6299" y="4965"/>
                </a:lnTo>
                <a:lnTo>
                  <a:pt x="6032" y="5461"/>
                </a:lnTo>
                <a:lnTo>
                  <a:pt x="749" y="15214"/>
                </a:lnTo>
                <a:lnTo>
                  <a:pt x="88" y="26949"/>
                </a:lnTo>
                <a:lnTo>
                  <a:pt x="0" y="28371"/>
                </a:lnTo>
                <a:lnTo>
                  <a:pt x="7200" y="39090"/>
                </a:lnTo>
                <a:lnTo>
                  <a:pt x="8166" y="39090"/>
                </a:lnTo>
                <a:lnTo>
                  <a:pt x="27838" y="41783"/>
                </a:lnTo>
                <a:lnTo>
                  <a:pt x="19989" y="41783"/>
                </a:lnTo>
                <a:lnTo>
                  <a:pt x="18567" y="41910"/>
                </a:lnTo>
                <a:lnTo>
                  <a:pt x="19088" y="41910"/>
                </a:lnTo>
                <a:lnTo>
                  <a:pt x="21463" y="42291"/>
                </a:lnTo>
                <a:lnTo>
                  <a:pt x="15138" y="42138"/>
                </a:lnTo>
                <a:lnTo>
                  <a:pt x="27012" y="43180"/>
                </a:lnTo>
                <a:lnTo>
                  <a:pt x="28600" y="43434"/>
                </a:lnTo>
                <a:lnTo>
                  <a:pt x="29908" y="43434"/>
                </a:lnTo>
                <a:lnTo>
                  <a:pt x="68605" y="43434"/>
                </a:lnTo>
                <a:lnTo>
                  <a:pt x="71145" y="43434"/>
                </a:lnTo>
                <a:lnTo>
                  <a:pt x="93446" y="43891"/>
                </a:lnTo>
                <a:lnTo>
                  <a:pt x="93624" y="43891"/>
                </a:lnTo>
                <a:lnTo>
                  <a:pt x="155600" y="45085"/>
                </a:lnTo>
                <a:lnTo>
                  <a:pt x="163703" y="45085"/>
                </a:lnTo>
                <a:lnTo>
                  <a:pt x="172440" y="44678"/>
                </a:lnTo>
                <a:lnTo>
                  <a:pt x="185635" y="44678"/>
                </a:lnTo>
                <a:lnTo>
                  <a:pt x="193395" y="45720"/>
                </a:lnTo>
                <a:lnTo>
                  <a:pt x="201726" y="45300"/>
                </a:lnTo>
                <a:lnTo>
                  <a:pt x="220992" y="45085"/>
                </a:lnTo>
                <a:lnTo>
                  <a:pt x="253758" y="45085"/>
                </a:lnTo>
                <a:lnTo>
                  <a:pt x="256603" y="44678"/>
                </a:lnTo>
                <a:lnTo>
                  <a:pt x="261950" y="43891"/>
                </a:lnTo>
                <a:lnTo>
                  <a:pt x="271399" y="44107"/>
                </a:lnTo>
                <a:lnTo>
                  <a:pt x="281139" y="44564"/>
                </a:lnTo>
                <a:lnTo>
                  <a:pt x="289648" y="44107"/>
                </a:lnTo>
                <a:lnTo>
                  <a:pt x="295084" y="44107"/>
                </a:lnTo>
                <a:lnTo>
                  <a:pt x="295084" y="43891"/>
                </a:lnTo>
                <a:lnTo>
                  <a:pt x="296976" y="43891"/>
                </a:lnTo>
                <a:lnTo>
                  <a:pt x="308190" y="45085"/>
                </a:lnTo>
                <a:lnTo>
                  <a:pt x="302971" y="43891"/>
                </a:lnTo>
                <a:lnTo>
                  <a:pt x="301599" y="43891"/>
                </a:lnTo>
                <a:lnTo>
                  <a:pt x="302704" y="43434"/>
                </a:lnTo>
                <a:lnTo>
                  <a:pt x="316598" y="43434"/>
                </a:lnTo>
                <a:lnTo>
                  <a:pt x="308775" y="44678"/>
                </a:lnTo>
                <a:lnTo>
                  <a:pt x="419417" y="45580"/>
                </a:lnTo>
                <a:lnTo>
                  <a:pt x="447395" y="45580"/>
                </a:lnTo>
                <a:lnTo>
                  <a:pt x="445871" y="45085"/>
                </a:lnTo>
                <a:lnTo>
                  <a:pt x="444576" y="44678"/>
                </a:lnTo>
                <a:lnTo>
                  <a:pt x="443077" y="44678"/>
                </a:lnTo>
                <a:lnTo>
                  <a:pt x="437680" y="45085"/>
                </a:lnTo>
                <a:lnTo>
                  <a:pt x="435546" y="43891"/>
                </a:lnTo>
                <a:lnTo>
                  <a:pt x="440740" y="43891"/>
                </a:lnTo>
                <a:lnTo>
                  <a:pt x="462140" y="44678"/>
                </a:lnTo>
                <a:lnTo>
                  <a:pt x="500329" y="44678"/>
                </a:lnTo>
                <a:lnTo>
                  <a:pt x="519150" y="43891"/>
                </a:lnTo>
                <a:lnTo>
                  <a:pt x="520941" y="43891"/>
                </a:lnTo>
                <a:lnTo>
                  <a:pt x="521157" y="43434"/>
                </a:lnTo>
                <a:lnTo>
                  <a:pt x="537286" y="43434"/>
                </a:lnTo>
                <a:lnTo>
                  <a:pt x="566127" y="43434"/>
                </a:lnTo>
                <a:lnTo>
                  <a:pt x="567575" y="43700"/>
                </a:lnTo>
                <a:lnTo>
                  <a:pt x="568972" y="43434"/>
                </a:lnTo>
                <a:lnTo>
                  <a:pt x="570877" y="43434"/>
                </a:lnTo>
                <a:lnTo>
                  <a:pt x="585546" y="43434"/>
                </a:lnTo>
                <a:lnTo>
                  <a:pt x="591997" y="43434"/>
                </a:lnTo>
                <a:lnTo>
                  <a:pt x="610235" y="42100"/>
                </a:lnTo>
                <a:lnTo>
                  <a:pt x="583692" y="42418"/>
                </a:lnTo>
                <a:lnTo>
                  <a:pt x="582790" y="41910"/>
                </a:lnTo>
                <a:lnTo>
                  <a:pt x="577342" y="41910"/>
                </a:lnTo>
                <a:lnTo>
                  <a:pt x="573951" y="42532"/>
                </a:lnTo>
                <a:lnTo>
                  <a:pt x="561759" y="42672"/>
                </a:lnTo>
                <a:lnTo>
                  <a:pt x="557403" y="41910"/>
                </a:lnTo>
                <a:lnTo>
                  <a:pt x="570611" y="41910"/>
                </a:lnTo>
                <a:lnTo>
                  <a:pt x="577011" y="41783"/>
                </a:lnTo>
                <a:lnTo>
                  <a:pt x="582561" y="41783"/>
                </a:lnTo>
                <a:lnTo>
                  <a:pt x="582790" y="41910"/>
                </a:lnTo>
                <a:lnTo>
                  <a:pt x="610920" y="41910"/>
                </a:lnTo>
                <a:lnTo>
                  <a:pt x="612902" y="41783"/>
                </a:lnTo>
                <a:lnTo>
                  <a:pt x="610628" y="41783"/>
                </a:lnTo>
                <a:lnTo>
                  <a:pt x="665124" y="39497"/>
                </a:lnTo>
                <a:lnTo>
                  <a:pt x="665556" y="39497"/>
                </a:lnTo>
                <a:lnTo>
                  <a:pt x="679856" y="38354"/>
                </a:lnTo>
                <a:lnTo>
                  <a:pt x="682053" y="38354"/>
                </a:lnTo>
                <a:lnTo>
                  <a:pt x="676668" y="37211"/>
                </a:lnTo>
                <a:lnTo>
                  <a:pt x="683221" y="36563"/>
                </a:lnTo>
                <a:lnTo>
                  <a:pt x="684288" y="36563"/>
                </a:lnTo>
                <a:lnTo>
                  <a:pt x="681532" y="39497"/>
                </a:lnTo>
                <a:lnTo>
                  <a:pt x="698754" y="39497"/>
                </a:lnTo>
                <a:lnTo>
                  <a:pt x="738352" y="39090"/>
                </a:lnTo>
                <a:lnTo>
                  <a:pt x="805688" y="39090"/>
                </a:lnTo>
                <a:lnTo>
                  <a:pt x="820813" y="40538"/>
                </a:lnTo>
                <a:lnTo>
                  <a:pt x="831443" y="40538"/>
                </a:lnTo>
                <a:lnTo>
                  <a:pt x="830008" y="38608"/>
                </a:lnTo>
                <a:lnTo>
                  <a:pt x="829818" y="38354"/>
                </a:lnTo>
                <a:lnTo>
                  <a:pt x="822934" y="38354"/>
                </a:lnTo>
                <a:lnTo>
                  <a:pt x="843292" y="37973"/>
                </a:lnTo>
                <a:lnTo>
                  <a:pt x="870508" y="37388"/>
                </a:lnTo>
                <a:lnTo>
                  <a:pt x="891565" y="37388"/>
                </a:lnTo>
                <a:lnTo>
                  <a:pt x="894676" y="38608"/>
                </a:lnTo>
                <a:lnTo>
                  <a:pt x="900341" y="38608"/>
                </a:lnTo>
                <a:lnTo>
                  <a:pt x="902347" y="39001"/>
                </a:lnTo>
                <a:lnTo>
                  <a:pt x="898436" y="37973"/>
                </a:lnTo>
                <a:lnTo>
                  <a:pt x="908977" y="38354"/>
                </a:lnTo>
                <a:lnTo>
                  <a:pt x="905929" y="37973"/>
                </a:lnTo>
                <a:lnTo>
                  <a:pt x="918324" y="37388"/>
                </a:lnTo>
                <a:lnTo>
                  <a:pt x="935901" y="36563"/>
                </a:lnTo>
                <a:lnTo>
                  <a:pt x="948690" y="26949"/>
                </a:lnTo>
                <a:lnTo>
                  <a:pt x="956576" y="13919"/>
                </a:lnTo>
                <a:lnTo>
                  <a:pt x="964133" y="8166"/>
                </a:lnTo>
                <a:lnTo>
                  <a:pt x="967359" y="5702"/>
                </a:lnTo>
                <a:lnTo>
                  <a:pt x="970165" y="3556"/>
                </a:lnTo>
                <a:lnTo>
                  <a:pt x="972185" y="2019"/>
                </a:lnTo>
                <a:lnTo>
                  <a:pt x="966939" y="2019"/>
                </a:lnTo>
                <a:lnTo>
                  <a:pt x="967270" y="1524"/>
                </a:lnTo>
                <a:lnTo>
                  <a:pt x="966381" y="1524"/>
                </a:lnTo>
                <a:lnTo>
                  <a:pt x="965631" y="2019"/>
                </a:lnTo>
                <a:lnTo>
                  <a:pt x="953554" y="2019"/>
                </a:lnTo>
                <a:lnTo>
                  <a:pt x="962863" y="1257"/>
                </a:lnTo>
                <a:lnTo>
                  <a:pt x="966851" y="1257"/>
                </a:lnTo>
                <a:lnTo>
                  <a:pt x="955179" y="762"/>
                </a:lnTo>
                <a:lnTo>
                  <a:pt x="985888" y="762"/>
                </a:lnTo>
                <a:close/>
              </a:path>
            </a:pathLst>
          </a:custGeom>
          <a:solidFill>
            <a:srgbClr val="BD9A85"/>
          </a:solidFill>
        </p:spPr>
        <p:txBody>
          <a:bodyPr wrap="square" lIns="0" tIns="0" rIns="0" bIns="0" rtlCol="0"/>
          <a:lstStyle/>
          <a:p>
            <a:endParaRPr/>
          </a:p>
        </p:txBody>
      </p:sp>
      <p:sp>
        <p:nvSpPr>
          <p:cNvPr id="2" name="Holder 2"/>
          <p:cNvSpPr>
            <a:spLocks noGrp="1"/>
          </p:cNvSpPr>
          <p:nvPr>
            <p:ph type="title"/>
          </p:nvPr>
        </p:nvSpPr>
        <p:spPr/>
        <p:txBody>
          <a:bodyPr lIns="0" tIns="0" rIns="0" bIns="0"/>
          <a:lstStyle>
            <a:lvl1pPr>
              <a:defRPr sz="3800" b="1" i="1">
                <a:solidFill>
                  <a:schemeClr val="tx1"/>
                </a:solidFill>
                <a:latin typeface="Georgia" panose="02040502050405020303"/>
                <a:cs typeface="Georgia" panose="02040502050405020303"/>
              </a:defRPr>
            </a:lvl1pPr>
          </a:lstStyle>
          <a:p>
            <a:endParaRPr/>
          </a:p>
        </p:txBody>
      </p:sp>
      <p:sp>
        <p:nvSpPr>
          <p:cNvPr id="3" name="Holder 3"/>
          <p:cNvSpPr>
            <a:spLocks noGrp="1"/>
          </p:cNvSpPr>
          <p:nvPr>
            <p:ph type="body" idx="1"/>
          </p:nvPr>
        </p:nvSpPr>
        <p:spPr/>
        <p:txBody>
          <a:bodyPr lIns="0" tIns="0" rIns="0" bIns="0"/>
          <a:lstStyle>
            <a:lvl1pPr>
              <a:defRPr b="0" i="0">
                <a:solidFill>
                  <a:schemeClr val="tx1"/>
                </a:solidFill>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8/21/2025</a:t>
            </a:fld>
            <a:endParaRPr lang="en-US"/>
          </a:p>
        </p:txBody>
      </p:sp>
      <p:sp>
        <p:nvSpPr>
          <p:cNvPr id="6" name="Holder 6"/>
          <p:cNvSpPr>
            <a:spLocks noGrp="1"/>
          </p:cNvSpPr>
          <p:nvPr>
            <p:ph type="sldNum" sz="quarter" idx="7"/>
          </p:nvPr>
        </p:nvSpPr>
        <p:spPr/>
        <p:txBody>
          <a:bodyPr lIns="0" tIns="0" rIns="0" bIns="0"/>
          <a:lstStyle>
            <a:lvl1pPr>
              <a:defRPr sz="600" b="0" i="0">
                <a:solidFill>
                  <a:srgbClr val="ACACDF"/>
                </a:solidFill>
                <a:latin typeface="Trebuchet MS" panose="020B0603020202020204"/>
                <a:cs typeface="Trebuchet MS" panose="020B0603020202020204"/>
              </a:defRPr>
            </a:lvl1pPr>
          </a:lstStyle>
          <a:p>
            <a:pPr marL="38100">
              <a:lnSpc>
                <a:spcPts val="680"/>
              </a:lnSpc>
            </a:pPr>
            <a:fld id="{81D60167-4931-47E6-BA6A-407CBD079E47}" type="slidenum">
              <a:rPr spc="-10" dirty="0"/>
              <a:t>‹#›</a:t>
            </a:fld>
            <a:r>
              <a:rPr spc="-10" dirty="0"/>
              <a:t>/21</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800" b="1" i="1">
                <a:solidFill>
                  <a:schemeClr val="tx1"/>
                </a:solidFill>
                <a:latin typeface="Georgia" panose="02040502050405020303"/>
                <a:cs typeface="Georgia" panose="02040502050405020303"/>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8/21/2025</a:t>
            </a:fld>
            <a:endParaRPr lang="en-US"/>
          </a:p>
        </p:txBody>
      </p:sp>
      <p:sp>
        <p:nvSpPr>
          <p:cNvPr id="7" name="Holder 7"/>
          <p:cNvSpPr>
            <a:spLocks noGrp="1"/>
          </p:cNvSpPr>
          <p:nvPr>
            <p:ph type="sldNum" sz="quarter" idx="7"/>
          </p:nvPr>
        </p:nvSpPr>
        <p:spPr/>
        <p:txBody>
          <a:bodyPr lIns="0" tIns="0" rIns="0" bIns="0"/>
          <a:lstStyle>
            <a:lvl1pPr>
              <a:defRPr sz="600" b="0" i="0">
                <a:solidFill>
                  <a:srgbClr val="ACACDF"/>
                </a:solidFill>
                <a:latin typeface="Trebuchet MS" panose="020B0603020202020204"/>
                <a:cs typeface="Trebuchet MS" panose="020B0603020202020204"/>
              </a:defRPr>
            </a:lvl1pPr>
          </a:lstStyle>
          <a:p>
            <a:pPr marL="38100">
              <a:lnSpc>
                <a:spcPts val="680"/>
              </a:lnSpc>
            </a:pPr>
            <a:fld id="{81D60167-4931-47E6-BA6A-407CBD079E47}" type="slidenum">
              <a:rPr spc="-10" dirty="0"/>
              <a:t>‹#›</a:t>
            </a:fld>
            <a:r>
              <a:rPr spc="-10" dirty="0"/>
              <a:t>/21</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obj" preserve="1">
  <p:cSld name="Title Only">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0"/>
            <a:ext cx="12192000" cy="6858000"/>
          </a:xfrm>
          <a:custGeom>
            <a:avLst/>
            <a:gdLst/>
            <a:ahLst/>
            <a:cxnLst/>
            <a:rect l="l" t="t" r="r" b="b"/>
            <a:pathLst>
              <a:path w="12192000" h="6858000">
                <a:moveTo>
                  <a:pt x="12192000" y="0"/>
                </a:moveTo>
                <a:lnTo>
                  <a:pt x="0" y="0"/>
                </a:lnTo>
                <a:lnTo>
                  <a:pt x="0" y="6858000"/>
                </a:lnTo>
                <a:lnTo>
                  <a:pt x="12192000" y="6858000"/>
                </a:lnTo>
                <a:lnTo>
                  <a:pt x="12192000" y="0"/>
                </a:lnTo>
                <a:close/>
              </a:path>
            </a:pathLst>
          </a:custGeom>
          <a:solidFill>
            <a:srgbClr val="E1E6E8"/>
          </a:solidFill>
        </p:spPr>
        <p:txBody>
          <a:bodyPr wrap="square" lIns="0" tIns="0" rIns="0" bIns="0" rtlCol="0"/>
          <a:lstStyle/>
          <a:p>
            <a:endParaRPr/>
          </a:p>
        </p:txBody>
      </p:sp>
      <p:sp>
        <p:nvSpPr>
          <p:cNvPr id="2" name="Holder 2"/>
          <p:cNvSpPr>
            <a:spLocks noGrp="1"/>
          </p:cNvSpPr>
          <p:nvPr>
            <p:ph type="title"/>
          </p:nvPr>
        </p:nvSpPr>
        <p:spPr/>
        <p:txBody>
          <a:bodyPr lIns="0" tIns="0" rIns="0" bIns="0"/>
          <a:lstStyle>
            <a:lvl1pPr>
              <a:defRPr sz="3800" b="1" i="1">
                <a:solidFill>
                  <a:schemeClr val="tx1"/>
                </a:solidFill>
                <a:latin typeface="Georgia" panose="02040502050405020303"/>
                <a:cs typeface="Georgia" panose="02040502050405020303"/>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8/21/2025</a:t>
            </a:fld>
            <a:endParaRPr lang="en-US"/>
          </a:p>
        </p:txBody>
      </p:sp>
      <p:sp>
        <p:nvSpPr>
          <p:cNvPr id="5" name="Holder 5"/>
          <p:cNvSpPr>
            <a:spLocks noGrp="1"/>
          </p:cNvSpPr>
          <p:nvPr>
            <p:ph type="sldNum" sz="quarter" idx="7"/>
          </p:nvPr>
        </p:nvSpPr>
        <p:spPr/>
        <p:txBody>
          <a:bodyPr lIns="0" tIns="0" rIns="0" bIns="0"/>
          <a:lstStyle>
            <a:lvl1pPr>
              <a:defRPr sz="600" b="0" i="0">
                <a:solidFill>
                  <a:srgbClr val="ACACDF"/>
                </a:solidFill>
                <a:latin typeface="Trebuchet MS" panose="020B0603020202020204"/>
                <a:cs typeface="Trebuchet MS" panose="020B0603020202020204"/>
              </a:defRPr>
            </a:lvl1pPr>
          </a:lstStyle>
          <a:p>
            <a:pPr marL="38100">
              <a:lnSpc>
                <a:spcPts val="680"/>
              </a:lnSpc>
            </a:pPr>
            <a:fld id="{81D60167-4931-47E6-BA6A-407CBD079E47}" type="slidenum">
              <a:rPr spc="-10" dirty="0"/>
              <a:t>‹#›</a:t>
            </a:fld>
            <a:r>
              <a:rPr spc="-10" dirty="0"/>
              <a:t>/21</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obj" preserve="1">
  <p:cSld name="Blank">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787"/>
            <a:ext cx="4608195" cy="499109"/>
          </a:xfrm>
          <a:custGeom>
            <a:avLst/>
            <a:gdLst/>
            <a:ahLst/>
            <a:cxnLst/>
            <a:rect l="l" t="t" r="r" b="b"/>
            <a:pathLst>
              <a:path w="4608195" h="499109">
                <a:moveTo>
                  <a:pt x="4607864" y="498751"/>
                </a:moveTo>
                <a:lnTo>
                  <a:pt x="0" y="498751"/>
                </a:lnTo>
                <a:lnTo>
                  <a:pt x="0" y="0"/>
                </a:lnTo>
                <a:lnTo>
                  <a:pt x="4607864" y="6"/>
                </a:lnTo>
                <a:lnTo>
                  <a:pt x="4607864" y="498751"/>
                </a:lnTo>
                <a:close/>
              </a:path>
            </a:pathLst>
          </a:custGeom>
          <a:solidFill>
            <a:srgbClr val="3333B1"/>
          </a:solidFill>
        </p:spPr>
        <p:txBody>
          <a:bodyPr wrap="square" lIns="0" tIns="0" rIns="0" bIns="0" rtlCol="0"/>
          <a:lstStyle/>
          <a:p>
            <a:endParaRPr/>
          </a:p>
        </p:txBody>
      </p:sp>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8/21/2025</a:t>
            </a:fld>
            <a:endParaRPr lang="en-US"/>
          </a:p>
        </p:txBody>
      </p:sp>
      <p:sp>
        <p:nvSpPr>
          <p:cNvPr id="4" name="Holder 4"/>
          <p:cNvSpPr>
            <a:spLocks noGrp="1"/>
          </p:cNvSpPr>
          <p:nvPr>
            <p:ph type="sldNum" sz="quarter" idx="7"/>
          </p:nvPr>
        </p:nvSpPr>
        <p:spPr/>
        <p:txBody>
          <a:bodyPr lIns="0" tIns="0" rIns="0" bIns="0"/>
          <a:lstStyle>
            <a:lvl1pPr>
              <a:defRPr sz="600" b="0" i="0">
                <a:solidFill>
                  <a:srgbClr val="ACACDF"/>
                </a:solidFill>
                <a:latin typeface="Trebuchet MS" panose="020B0603020202020204"/>
                <a:cs typeface="Trebuchet MS" panose="020B0603020202020204"/>
              </a:defRPr>
            </a:lvl1pPr>
          </a:lstStyle>
          <a:p>
            <a:pPr marL="38100">
              <a:lnSpc>
                <a:spcPts val="680"/>
              </a:lnSpc>
            </a:pPr>
            <a:fld id="{81D60167-4931-47E6-BA6A-407CBD079E47}" type="slidenum">
              <a:rPr spc="-10" dirty="0"/>
              <a:t>‹#›</a:t>
            </a:fld>
            <a:r>
              <a:rPr spc="-10" dirty="0"/>
              <a:t>/21</a:t>
            </a: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604519" y="1023591"/>
            <a:ext cx="10982960" cy="1036955"/>
          </a:xfrm>
          <a:prstGeom prst="rect">
            <a:avLst/>
          </a:prstGeom>
        </p:spPr>
        <p:txBody>
          <a:bodyPr wrap="square" lIns="0" tIns="0" rIns="0" bIns="0">
            <a:spAutoFit/>
          </a:bodyPr>
          <a:lstStyle>
            <a:lvl1pPr>
              <a:defRPr sz="3800" b="1" i="1">
                <a:solidFill>
                  <a:schemeClr val="tx1"/>
                </a:solidFill>
                <a:latin typeface="Georgia" panose="02040502050405020303"/>
                <a:cs typeface="Georgia" panose="02040502050405020303"/>
              </a:defRPr>
            </a:lvl1pPr>
          </a:lstStyle>
          <a:p>
            <a:endParaRPr/>
          </a:p>
        </p:txBody>
      </p:sp>
      <p:sp>
        <p:nvSpPr>
          <p:cNvPr id="3" name="Holder 3"/>
          <p:cNvSpPr>
            <a:spLocks noGrp="1"/>
          </p:cNvSpPr>
          <p:nvPr>
            <p:ph type="body" idx="1"/>
          </p:nvPr>
        </p:nvSpPr>
        <p:spPr>
          <a:xfrm>
            <a:off x="568325" y="2464180"/>
            <a:ext cx="9852660" cy="3129279"/>
          </a:xfrm>
          <a:prstGeom prst="rect">
            <a:avLst/>
          </a:prstGeom>
        </p:spPr>
        <p:txBody>
          <a:bodyPr wrap="square" lIns="0" tIns="0" rIns="0" bIns="0">
            <a:spAutoFit/>
          </a:bodyPr>
          <a:lstStyle>
            <a:lvl1pPr>
              <a:defRPr b="0" i="0">
                <a:solidFill>
                  <a:schemeClr val="tx1"/>
                </a:solidFill>
              </a:defRPr>
            </a:lvl1pPr>
          </a:lstStyle>
          <a:p>
            <a:endParaRPr/>
          </a:p>
        </p:txBody>
      </p:sp>
      <p:sp>
        <p:nvSpPr>
          <p:cNvPr id="4" name="Holder 4"/>
          <p:cNvSpPr>
            <a:spLocks noGrp="1"/>
          </p:cNvSpPr>
          <p:nvPr>
            <p:ph type="ftr" sz="quarter" idx="5"/>
          </p:nvPr>
        </p:nvSpPr>
        <p:spPr>
          <a:xfrm>
            <a:off x="4145280" y="6377940"/>
            <a:ext cx="3901440" cy="34290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8/21/2025</a:t>
            </a:fld>
            <a:endParaRPr lang="en-US"/>
          </a:p>
        </p:txBody>
      </p:sp>
      <p:sp>
        <p:nvSpPr>
          <p:cNvPr id="6" name="Holder 6"/>
          <p:cNvSpPr>
            <a:spLocks noGrp="1"/>
          </p:cNvSpPr>
          <p:nvPr>
            <p:ph type="sldNum" sz="quarter" idx="7"/>
          </p:nvPr>
        </p:nvSpPr>
        <p:spPr>
          <a:xfrm>
            <a:off x="4337375" y="3345533"/>
            <a:ext cx="253364" cy="102870"/>
          </a:xfrm>
          <a:prstGeom prst="rect">
            <a:avLst/>
          </a:prstGeom>
        </p:spPr>
        <p:txBody>
          <a:bodyPr wrap="square" lIns="0" tIns="0" rIns="0" bIns="0">
            <a:spAutoFit/>
          </a:bodyPr>
          <a:lstStyle>
            <a:lvl1pPr>
              <a:defRPr sz="600" b="0" i="0">
                <a:solidFill>
                  <a:srgbClr val="ACACDF"/>
                </a:solidFill>
                <a:latin typeface="Trebuchet MS" panose="020B0603020202020204"/>
                <a:cs typeface="Trebuchet MS" panose="020B0603020202020204"/>
              </a:defRPr>
            </a:lvl1pPr>
          </a:lstStyle>
          <a:p>
            <a:pPr marL="38100">
              <a:lnSpc>
                <a:spcPts val="680"/>
              </a:lnSpc>
            </a:pPr>
            <a:fld id="{81D60167-4931-47E6-BA6A-407CBD079E47}" type="slidenum">
              <a:rPr spc="-10" dirty="0"/>
              <a:t>‹#›</a:t>
            </a:fld>
            <a:r>
              <a:rPr spc="-10" dirty="0"/>
              <a:t>/21</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10.png"/><Relationship Id="rId7" Type="http://schemas.openxmlformats.org/officeDocument/2006/relationships/image" Target="../media/image14.png"/><Relationship Id="rId2" Type="http://schemas.openxmlformats.org/officeDocument/2006/relationships/image" Target="../media/image9.png"/><Relationship Id="rId1" Type="http://schemas.openxmlformats.org/officeDocument/2006/relationships/slideLayout" Target="../slideLayouts/slideLayout4.xml"/><Relationship Id="rId6" Type="http://schemas.openxmlformats.org/officeDocument/2006/relationships/image" Target="../media/image13.png"/><Relationship Id="rId5" Type="http://schemas.openxmlformats.org/officeDocument/2006/relationships/image" Target="../media/image12.png"/><Relationship Id="rId10" Type="http://schemas.openxmlformats.org/officeDocument/2006/relationships/image" Target="../media/image17.png"/><Relationship Id="rId4" Type="http://schemas.openxmlformats.org/officeDocument/2006/relationships/image" Target="../media/image11.png"/><Relationship Id="rId9" Type="http://schemas.openxmlformats.org/officeDocument/2006/relationships/image" Target="../media/image16.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hyperlink" Target="https://matlabacademy.mathworks.com/details/machine-learning-with-matlab/mlml" TargetMode="Externa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image" Target="../media/image19.png"/><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image" Target="../media/image21.png"/><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6.jpe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09091" y="1152570"/>
            <a:ext cx="3250565" cy="1887220"/>
          </a:xfrm>
          <a:prstGeom prst="rect">
            <a:avLst/>
          </a:prstGeom>
        </p:spPr>
        <p:txBody>
          <a:bodyPr vert="horz" wrap="square" lIns="0" tIns="44450" rIns="0" bIns="0" rtlCol="0">
            <a:spAutoFit/>
          </a:bodyPr>
          <a:lstStyle/>
          <a:p>
            <a:pPr marL="12700" marR="5080">
              <a:lnSpc>
                <a:spcPct val="95000"/>
              </a:lnSpc>
              <a:spcBef>
                <a:spcPts val="350"/>
              </a:spcBef>
            </a:pPr>
            <a:r>
              <a:rPr sz="4200" spc="-300" dirty="0"/>
              <a:t>Engineering </a:t>
            </a:r>
            <a:r>
              <a:rPr sz="4200" spc="-325" dirty="0"/>
              <a:t>Calculus </a:t>
            </a:r>
            <a:r>
              <a:rPr sz="4200" spc="-185" dirty="0"/>
              <a:t>(EMAT101L)</a:t>
            </a:r>
            <a:endParaRPr sz="4200"/>
          </a:p>
        </p:txBody>
      </p:sp>
      <p:pic>
        <p:nvPicPr>
          <p:cNvPr id="3" name="object 3"/>
          <p:cNvPicPr/>
          <p:nvPr/>
        </p:nvPicPr>
        <p:blipFill>
          <a:blip r:embed="rId2" cstate="print"/>
          <a:stretch>
            <a:fillRect/>
          </a:stretch>
        </p:blipFill>
        <p:spPr>
          <a:xfrm>
            <a:off x="2205245" y="286754"/>
            <a:ext cx="130792" cy="115528"/>
          </a:xfrm>
          <a:prstGeom prst="rect">
            <a:avLst/>
          </a:prstGeom>
        </p:spPr>
      </p:pic>
      <p:pic>
        <p:nvPicPr>
          <p:cNvPr id="4" name="object 4"/>
          <p:cNvPicPr/>
          <p:nvPr/>
        </p:nvPicPr>
        <p:blipFill>
          <a:blip r:embed="rId3" cstate="print"/>
          <a:stretch>
            <a:fillRect/>
          </a:stretch>
        </p:blipFill>
        <p:spPr>
          <a:xfrm>
            <a:off x="2434844" y="343259"/>
            <a:ext cx="148312" cy="197560"/>
          </a:xfrm>
          <a:prstGeom prst="rect">
            <a:avLst/>
          </a:prstGeom>
        </p:spPr>
      </p:pic>
      <p:pic>
        <p:nvPicPr>
          <p:cNvPr id="5" name="object 5"/>
          <p:cNvPicPr/>
          <p:nvPr/>
        </p:nvPicPr>
        <p:blipFill>
          <a:blip r:embed="rId4" cstate="print"/>
          <a:stretch>
            <a:fillRect/>
          </a:stretch>
        </p:blipFill>
        <p:spPr>
          <a:xfrm>
            <a:off x="1702569" y="345043"/>
            <a:ext cx="133786" cy="94884"/>
          </a:xfrm>
          <a:prstGeom prst="rect">
            <a:avLst/>
          </a:prstGeom>
        </p:spPr>
      </p:pic>
      <p:pic>
        <p:nvPicPr>
          <p:cNvPr id="6" name="object 6"/>
          <p:cNvPicPr/>
          <p:nvPr/>
        </p:nvPicPr>
        <p:blipFill>
          <a:blip r:embed="rId5" cstate="print"/>
          <a:stretch>
            <a:fillRect/>
          </a:stretch>
        </p:blipFill>
        <p:spPr>
          <a:xfrm>
            <a:off x="2205303" y="926846"/>
            <a:ext cx="184312" cy="161289"/>
          </a:xfrm>
          <a:prstGeom prst="rect">
            <a:avLst/>
          </a:prstGeom>
        </p:spPr>
      </p:pic>
      <p:pic>
        <p:nvPicPr>
          <p:cNvPr id="7" name="object 7"/>
          <p:cNvPicPr/>
          <p:nvPr/>
        </p:nvPicPr>
        <p:blipFill>
          <a:blip r:embed="rId6" cstate="print"/>
          <a:stretch>
            <a:fillRect/>
          </a:stretch>
        </p:blipFill>
        <p:spPr>
          <a:xfrm>
            <a:off x="1836420" y="902287"/>
            <a:ext cx="83825" cy="76073"/>
          </a:xfrm>
          <a:prstGeom prst="rect">
            <a:avLst/>
          </a:prstGeom>
        </p:spPr>
      </p:pic>
      <p:pic>
        <p:nvPicPr>
          <p:cNvPr id="8" name="object 8"/>
          <p:cNvPicPr/>
          <p:nvPr/>
        </p:nvPicPr>
        <p:blipFill>
          <a:blip r:embed="rId7" cstate="print"/>
          <a:stretch>
            <a:fillRect/>
          </a:stretch>
        </p:blipFill>
        <p:spPr>
          <a:xfrm>
            <a:off x="2503932" y="774255"/>
            <a:ext cx="83825" cy="77581"/>
          </a:xfrm>
          <a:prstGeom prst="rect">
            <a:avLst/>
          </a:prstGeom>
        </p:spPr>
      </p:pic>
      <p:pic>
        <p:nvPicPr>
          <p:cNvPr id="9" name="object 9"/>
          <p:cNvPicPr/>
          <p:nvPr/>
        </p:nvPicPr>
        <p:blipFill>
          <a:blip r:embed="rId8" cstate="print"/>
          <a:stretch>
            <a:fillRect/>
          </a:stretch>
        </p:blipFill>
        <p:spPr>
          <a:xfrm>
            <a:off x="2010681" y="544206"/>
            <a:ext cx="173212" cy="141847"/>
          </a:xfrm>
          <a:prstGeom prst="rect">
            <a:avLst/>
          </a:prstGeom>
        </p:spPr>
      </p:pic>
      <p:grpSp>
        <p:nvGrpSpPr>
          <p:cNvPr id="10" name="object 10"/>
          <p:cNvGrpSpPr/>
          <p:nvPr/>
        </p:nvGrpSpPr>
        <p:grpSpPr>
          <a:xfrm>
            <a:off x="0" y="1295398"/>
            <a:ext cx="12192000" cy="6858000"/>
            <a:chOff x="0" y="-2"/>
            <a:chExt cx="12192000" cy="6858000"/>
          </a:xfrm>
        </p:grpSpPr>
        <p:sp>
          <p:nvSpPr>
            <p:cNvPr id="11" name="object 11"/>
            <p:cNvSpPr/>
            <p:nvPr/>
          </p:nvSpPr>
          <p:spPr>
            <a:xfrm>
              <a:off x="0" y="0"/>
              <a:ext cx="2430780" cy="1333500"/>
            </a:xfrm>
            <a:custGeom>
              <a:avLst/>
              <a:gdLst/>
              <a:ahLst/>
              <a:cxnLst/>
              <a:rect l="l" t="t" r="r" b="b"/>
              <a:pathLst>
                <a:path w="2430780" h="1333500">
                  <a:moveTo>
                    <a:pt x="2430780" y="0"/>
                  </a:moveTo>
                  <a:lnTo>
                    <a:pt x="0" y="0"/>
                  </a:lnTo>
                  <a:lnTo>
                    <a:pt x="0" y="1274698"/>
                  </a:lnTo>
                  <a:lnTo>
                    <a:pt x="56996" y="1289049"/>
                  </a:lnTo>
                  <a:lnTo>
                    <a:pt x="108050" y="1299709"/>
                  </a:lnTo>
                  <a:lnTo>
                    <a:pt x="159068" y="1309008"/>
                  </a:lnTo>
                  <a:lnTo>
                    <a:pt x="210047" y="1316895"/>
                  </a:lnTo>
                  <a:lnTo>
                    <a:pt x="260984" y="1323315"/>
                  </a:lnTo>
                  <a:lnTo>
                    <a:pt x="311876" y="1328216"/>
                  </a:lnTo>
                  <a:lnTo>
                    <a:pt x="362719" y="1331544"/>
                  </a:lnTo>
                  <a:lnTo>
                    <a:pt x="413512" y="1333245"/>
                  </a:lnTo>
                  <a:lnTo>
                    <a:pt x="466137" y="1333270"/>
                  </a:lnTo>
                  <a:lnTo>
                    <a:pt x="518702" y="1331443"/>
                  </a:lnTo>
                  <a:lnTo>
                    <a:pt x="571203" y="1327714"/>
                  </a:lnTo>
                  <a:lnTo>
                    <a:pt x="623639" y="1322028"/>
                  </a:lnTo>
                  <a:lnTo>
                    <a:pt x="676007" y="1314331"/>
                  </a:lnTo>
                  <a:lnTo>
                    <a:pt x="728302" y="1304572"/>
                  </a:lnTo>
                  <a:lnTo>
                    <a:pt x="780524" y="1292695"/>
                  </a:lnTo>
                  <a:lnTo>
                    <a:pt x="832668" y="1278649"/>
                  </a:lnTo>
                  <a:lnTo>
                    <a:pt x="884732" y="1262379"/>
                  </a:lnTo>
                  <a:lnTo>
                    <a:pt x="926342" y="1247704"/>
                  </a:lnTo>
                  <a:lnTo>
                    <a:pt x="967893" y="1231546"/>
                  </a:lnTo>
                  <a:lnTo>
                    <a:pt x="1009385" y="1213879"/>
                  </a:lnTo>
                  <a:lnTo>
                    <a:pt x="1050817" y="1194672"/>
                  </a:lnTo>
                  <a:lnTo>
                    <a:pt x="1092188" y="1173898"/>
                  </a:lnTo>
                  <a:lnTo>
                    <a:pt x="1133499" y="1151528"/>
                  </a:lnTo>
                  <a:lnTo>
                    <a:pt x="1174747" y="1127533"/>
                  </a:lnTo>
                  <a:lnTo>
                    <a:pt x="1215932" y="1101884"/>
                  </a:lnTo>
                  <a:lnTo>
                    <a:pt x="1257054" y="1074553"/>
                  </a:lnTo>
                  <a:lnTo>
                    <a:pt x="1298112" y="1045511"/>
                  </a:lnTo>
                  <a:lnTo>
                    <a:pt x="1339104" y="1014729"/>
                  </a:lnTo>
                  <a:lnTo>
                    <a:pt x="1380031" y="982179"/>
                  </a:lnTo>
                  <a:lnTo>
                    <a:pt x="1420892" y="947832"/>
                  </a:lnTo>
                  <a:lnTo>
                    <a:pt x="1461685" y="911659"/>
                  </a:lnTo>
                  <a:lnTo>
                    <a:pt x="1502410" y="873632"/>
                  </a:lnTo>
                  <a:lnTo>
                    <a:pt x="1572734" y="806562"/>
                  </a:lnTo>
                  <a:lnTo>
                    <a:pt x="1716351" y="671089"/>
                  </a:lnTo>
                  <a:lnTo>
                    <a:pt x="2162246" y="254763"/>
                  </a:lnTo>
                  <a:lnTo>
                    <a:pt x="2312667" y="112966"/>
                  </a:lnTo>
                  <a:lnTo>
                    <a:pt x="2425065" y="5714"/>
                  </a:lnTo>
                  <a:lnTo>
                    <a:pt x="2430780" y="0"/>
                  </a:lnTo>
                  <a:close/>
                </a:path>
              </a:pathLst>
            </a:custGeom>
            <a:solidFill>
              <a:srgbClr val="CEC6AC">
                <a:alpha val="50195"/>
              </a:srgbClr>
            </a:solidFill>
          </p:spPr>
          <p:txBody>
            <a:bodyPr wrap="square" lIns="0" tIns="0" rIns="0" bIns="0" rtlCol="0"/>
            <a:lstStyle/>
            <a:p>
              <a:endParaRPr/>
            </a:p>
          </p:txBody>
        </p:sp>
        <p:sp>
          <p:nvSpPr>
            <p:cNvPr id="12" name="object 12"/>
            <p:cNvSpPr/>
            <p:nvPr/>
          </p:nvSpPr>
          <p:spPr>
            <a:xfrm>
              <a:off x="530821" y="3267455"/>
              <a:ext cx="986155" cy="45720"/>
            </a:xfrm>
            <a:custGeom>
              <a:avLst/>
              <a:gdLst/>
              <a:ahLst/>
              <a:cxnLst/>
              <a:rect l="l" t="t" r="r" b="b"/>
              <a:pathLst>
                <a:path w="986155" h="45720">
                  <a:moveTo>
                    <a:pt x="16294" y="42672"/>
                  </a:moveTo>
                  <a:lnTo>
                    <a:pt x="14363" y="42125"/>
                  </a:lnTo>
                  <a:lnTo>
                    <a:pt x="14122" y="42062"/>
                  </a:lnTo>
                  <a:lnTo>
                    <a:pt x="12319" y="41529"/>
                  </a:lnTo>
                  <a:lnTo>
                    <a:pt x="8153" y="41021"/>
                  </a:lnTo>
                  <a:lnTo>
                    <a:pt x="2578" y="41148"/>
                  </a:lnTo>
                  <a:lnTo>
                    <a:pt x="5702" y="42418"/>
                  </a:lnTo>
                  <a:lnTo>
                    <a:pt x="11163" y="42418"/>
                  </a:lnTo>
                  <a:lnTo>
                    <a:pt x="16294" y="42672"/>
                  </a:lnTo>
                  <a:close/>
                </a:path>
                <a:path w="986155" h="45720">
                  <a:moveTo>
                    <a:pt x="295529" y="44107"/>
                  </a:moveTo>
                  <a:lnTo>
                    <a:pt x="295084" y="44107"/>
                  </a:lnTo>
                  <a:lnTo>
                    <a:pt x="295122" y="45085"/>
                  </a:lnTo>
                  <a:lnTo>
                    <a:pt x="295249" y="44678"/>
                  </a:lnTo>
                  <a:lnTo>
                    <a:pt x="295529" y="44107"/>
                  </a:lnTo>
                  <a:close/>
                </a:path>
                <a:path w="986155" h="45720">
                  <a:moveTo>
                    <a:pt x="681532" y="39497"/>
                  </a:moveTo>
                  <a:lnTo>
                    <a:pt x="680415" y="39497"/>
                  </a:lnTo>
                  <a:lnTo>
                    <a:pt x="681304" y="39751"/>
                  </a:lnTo>
                  <a:lnTo>
                    <a:pt x="681532" y="39497"/>
                  </a:lnTo>
                  <a:close/>
                </a:path>
                <a:path w="986155" h="45720">
                  <a:moveTo>
                    <a:pt x="834682" y="41275"/>
                  </a:moveTo>
                  <a:lnTo>
                    <a:pt x="832002" y="41275"/>
                  </a:lnTo>
                  <a:lnTo>
                    <a:pt x="832383" y="41795"/>
                  </a:lnTo>
                  <a:lnTo>
                    <a:pt x="834682" y="41275"/>
                  </a:lnTo>
                  <a:close/>
                </a:path>
                <a:path w="986155" h="45720">
                  <a:moveTo>
                    <a:pt x="985888" y="762"/>
                  </a:moveTo>
                  <a:lnTo>
                    <a:pt x="932345" y="342"/>
                  </a:lnTo>
                  <a:lnTo>
                    <a:pt x="960513" y="0"/>
                  </a:lnTo>
                  <a:lnTo>
                    <a:pt x="904811" y="0"/>
                  </a:lnTo>
                  <a:lnTo>
                    <a:pt x="904811" y="762"/>
                  </a:lnTo>
                  <a:lnTo>
                    <a:pt x="896137" y="762"/>
                  </a:lnTo>
                  <a:lnTo>
                    <a:pt x="904074" y="673"/>
                  </a:lnTo>
                  <a:lnTo>
                    <a:pt x="904811" y="762"/>
                  </a:lnTo>
                  <a:lnTo>
                    <a:pt x="904811" y="0"/>
                  </a:lnTo>
                  <a:lnTo>
                    <a:pt x="898906" y="0"/>
                  </a:lnTo>
                  <a:lnTo>
                    <a:pt x="899439" y="76"/>
                  </a:lnTo>
                  <a:lnTo>
                    <a:pt x="896150" y="50"/>
                  </a:lnTo>
                  <a:lnTo>
                    <a:pt x="890041" y="647"/>
                  </a:lnTo>
                  <a:lnTo>
                    <a:pt x="882942" y="0"/>
                  </a:lnTo>
                  <a:lnTo>
                    <a:pt x="844575" y="1257"/>
                  </a:lnTo>
                  <a:lnTo>
                    <a:pt x="727176" y="2019"/>
                  </a:lnTo>
                  <a:lnTo>
                    <a:pt x="729767" y="2019"/>
                  </a:lnTo>
                  <a:lnTo>
                    <a:pt x="680885" y="2628"/>
                  </a:lnTo>
                  <a:lnTo>
                    <a:pt x="577342" y="3289"/>
                  </a:lnTo>
                  <a:lnTo>
                    <a:pt x="577342" y="41910"/>
                  </a:lnTo>
                  <a:lnTo>
                    <a:pt x="573951" y="42532"/>
                  </a:lnTo>
                  <a:lnTo>
                    <a:pt x="561759" y="42684"/>
                  </a:lnTo>
                  <a:lnTo>
                    <a:pt x="560044" y="42379"/>
                  </a:lnTo>
                  <a:lnTo>
                    <a:pt x="553034" y="42710"/>
                  </a:lnTo>
                  <a:lnTo>
                    <a:pt x="539940" y="42176"/>
                  </a:lnTo>
                  <a:lnTo>
                    <a:pt x="533488" y="41910"/>
                  </a:lnTo>
                  <a:lnTo>
                    <a:pt x="540499" y="41910"/>
                  </a:lnTo>
                  <a:lnTo>
                    <a:pt x="557403" y="41910"/>
                  </a:lnTo>
                  <a:lnTo>
                    <a:pt x="569785" y="41910"/>
                  </a:lnTo>
                  <a:lnTo>
                    <a:pt x="577342" y="41910"/>
                  </a:lnTo>
                  <a:lnTo>
                    <a:pt x="577342" y="3289"/>
                  </a:lnTo>
                  <a:lnTo>
                    <a:pt x="533755" y="3556"/>
                  </a:lnTo>
                  <a:lnTo>
                    <a:pt x="486397" y="3048"/>
                  </a:lnTo>
                  <a:lnTo>
                    <a:pt x="441426" y="5702"/>
                  </a:lnTo>
                  <a:lnTo>
                    <a:pt x="435178" y="5702"/>
                  </a:lnTo>
                  <a:lnTo>
                    <a:pt x="435178" y="43700"/>
                  </a:lnTo>
                  <a:lnTo>
                    <a:pt x="431698" y="43561"/>
                  </a:lnTo>
                  <a:lnTo>
                    <a:pt x="434962" y="43561"/>
                  </a:lnTo>
                  <a:lnTo>
                    <a:pt x="435178" y="43700"/>
                  </a:lnTo>
                  <a:lnTo>
                    <a:pt x="435178" y="5702"/>
                  </a:lnTo>
                  <a:lnTo>
                    <a:pt x="295071" y="5499"/>
                  </a:lnTo>
                  <a:lnTo>
                    <a:pt x="295071" y="43561"/>
                  </a:lnTo>
                  <a:lnTo>
                    <a:pt x="295071" y="43688"/>
                  </a:lnTo>
                  <a:lnTo>
                    <a:pt x="293890" y="43561"/>
                  </a:lnTo>
                  <a:lnTo>
                    <a:pt x="295071" y="43561"/>
                  </a:lnTo>
                  <a:lnTo>
                    <a:pt x="295071" y="5499"/>
                  </a:lnTo>
                  <a:lnTo>
                    <a:pt x="277025" y="5461"/>
                  </a:lnTo>
                  <a:lnTo>
                    <a:pt x="384644" y="5461"/>
                  </a:lnTo>
                  <a:lnTo>
                    <a:pt x="324142" y="4610"/>
                  </a:lnTo>
                  <a:lnTo>
                    <a:pt x="275424" y="5461"/>
                  </a:lnTo>
                  <a:lnTo>
                    <a:pt x="170053" y="4673"/>
                  </a:lnTo>
                  <a:lnTo>
                    <a:pt x="169087" y="4610"/>
                  </a:lnTo>
                  <a:lnTo>
                    <a:pt x="161950" y="4610"/>
                  </a:lnTo>
                  <a:lnTo>
                    <a:pt x="160959" y="4457"/>
                  </a:lnTo>
                  <a:lnTo>
                    <a:pt x="155067" y="3937"/>
                  </a:lnTo>
                  <a:lnTo>
                    <a:pt x="119976" y="7569"/>
                  </a:lnTo>
                  <a:lnTo>
                    <a:pt x="82778" y="8166"/>
                  </a:lnTo>
                  <a:lnTo>
                    <a:pt x="44526" y="6908"/>
                  </a:lnTo>
                  <a:lnTo>
                    <a:pt x="16268" y="5461"/>
                  </a:lnTo>
                  <a:lnTo>
                    <a:pt x="6299" y="4965"/>
                  </a:lnTo>
                  <a:lnTo>
                    <a:pt x="6032" y="5461"/>
                  </a:lnTo>
                  <a:lnTo>
                    <a:pt x="749" y="15214"/>
                  </a:lnTo>
                  <a:lnTo>
                    <a:pt x="88" y="26949"/>
                  </a:lnTo>
                  <a:lnTo>
                    <a:pt x="0" y="28371"/>
                  </a:lnTo>
                  <a:lnTo>
                    <a:pt x="7200" y="39090"/>
                  </a:lnTo>
                  <a:lnTo>
                    <a:pt x="8166" y="39090"/>
                  </a:lnTo>
                  <a:lnTo>
                    <a:pt x="24142" y="41275"/>
                  </a:lnTo>
                  <a:lnTo>
                    <a:pt x="25692" y="41275"/>
                  </a:lnTo>
                  <a:lnTo>
                    <a:pt x="18567" y="41910"/>
                  </a:lnTo>
                  <a:lnTo>
                    <a:pt x="19088" y="41910"/>
                  </a:lnTo>
                  <a:lnTo>
                    <a:pt x="21463" y="42291"/>
                  </a:lnTo>
                  <a:lnTo>
                    <a:pt x="16446" y="42176"/>
                  </a:lnTo>
                  <a:lnTo>
                    <a:pt x="16294" y="40767"/>
                  </a:lnTo>
                  <a:lnTo>
                    <a:pt x="16294" y="42176"/>
                  </a:lnTo>
                  <a:lnTo>
                    <a:pt x="15113" y="42138"/>
                  </a:lnTo>
                  <a:lnTo>
                    <a:pt x="16294" y="42240"/>
                  </a:lnTo>
                  <a:lnTo>
                    <a:pt x="16294" y="42672"/>
                  </a:lnTo>
                  <a:lnTo>
                    <a:pt x="16294" y="44196"/>
                  </a:lnTo>
                  <a:lnTo>
                    <a:pt x="16675" y="44196"/>
                  </a:lnTo>
                  <a:lnTo>
                    <a:pt x="16459" y="42265"/>
                  </a:lnTo>
                  <a:lnTo>
                    <a:pt x="27025" y="43192"/>
                  </a:lnTo>
                  <a:lnTo>
                    <a:pt x="29400" y="43561"/>
                  </a:lnTo>
                  <a:lnTo>
                    <a:pt x="31356" y="43561"/>
                  </a:lnTo>
                  <a:lnTo>
                    <a:pt x="73850" y="43561"/>
                  </a:lnTo>
                  <a:lnTo>
                    <a:pt x="77355" y="43561"/>
                  </a:lnTo>
                  <a:lnTo>
                    <a:pt x="93446" y="43891"/>
                  </a:lnTo>
                  <a:lnTo>
                    <a:pt x="93624" y="43891"/>
                  </a:lnTo>
                  <a:lnTo>
                    <a:pt x="155600" y="45085"/>
                  </a:lnTo>
                  <a:lnTo>
                    <a:pt x="163703" y="45085"/>
                  </a:lnTo>
                  <a:lnTo>
                    <a:pt x="172440" y="44678"/>
                  </a:lnTo>
                  <a:lnTo>
                    <a:pt x="185635" y="44678"/>
                  </a:lnTo>
                  <a:lnTo>
                    <a:pt x="193395" y="45720"/>
                  </a:lnTo>
                  <a:lnTo>
                    <a:pt x="201726" y="45300"/>
                  </a:lnTo>
                  <a:lnTo>
                    <a:pt x="220992" y="45085"/>
                  </a:lnTo>
                  <a:lnTo>
                    <a:pt x="253758" y="45085"/>
                  </a:lnTo>
                  <a:lnTo>
                    <a:pt x="256603" y="44678"/>
                  </a:lnTo>
                  <a:lnTo>
                    <a:pt x="261950" y="43891"/>
                  </a:lnTo>
                  <a:lnTo>
                    <a:pt x="271399" y="44107"/>
                  </a:lnTo>
                  <a:lnTo>
                    <a:pt x="281139" y="44564"/>
                  </a:lnTo>
                  <a:lnTo>
                    <a:pt x="289648" y="44107"/>
                  </a:lnTo>
                  <a:lnTo>
                    <a:pt x="295084" y="44107"/>
                  </a:lnTo>
                  <a:lnTo>
                    <a:pt x="295084" y="43891"/>
                  </a:lnTo>
                  <a:lnTo>
                    <a:pt x="296976" y="43891"/>
                  </a:lnTo>
                  <a:lnTo>
                    <a:pt x="308190" y="45085"/>
                  </a:lnTo>
                  <a:lnTo>
                    <a:pt x="301536" y="43561"/>
                  </a:lnTo>
                  <a:lnTo>
                    <a:pt x="315798" y="43561"/>
                  </a:lnTo>
                  <a:lnTo>
                    <a:pt x="308775" y="44678"/>
                  </a:lnTo>
                  <a:lnTo>
                    <a:pt x="419417" y="45580"/>
                  </a:lnTo>
                  <a:lnTo>
                    <a:pt x="447395" y="45580"/>
                  </a:lnTo>
                  <a:lnTo>
                    <a:pt x="445871" y="45085"/>
                  </a:lnTo>
                  <a:lnTo>
                    <a:pt x="444576" y="44678"/>
                  </a:lnTo>
                  <a:lnTo>
                    <a:pt x="443077" y="44678"/>
                  </a:lnTo>
                  <a:lnTo>
                    <a:pt x="437680" y="45085"/>
                  </a:lnTo>
                  <a:lnTo>
                    <a:pt x="435546" y="43891"/>
                  </a:lnTo>
                  <a:lnTo>
                    <a:pt x="440740" y="43891"/>
                  </a:lnTo>
                  <a:lnTo>
                    <a:pt x="462140" y="44678"/>
                  </a:lnTo>
                  <a:lnTo>
                    <a:pt x="500329" y="44678"/>
                  </a:lnTo>
                  <a:lnTo>
                    <a:pt x="519150" y="43891"/>
                  </a:lnTo>
                  <a:lnTo>
                    <a:pt x="520941" y="43891"/>
                  </a:lnTo>
                  <a:lnTo>
                    <a:pt x="521093" y="43561"/>
                  </a:lnTo>
                  <a:lnTo>
                    <a:pt x="590270" y="43561"/>
                  </a:lnTo>
                  <a:lnTo>
                    <a:pt x="610222" y="42100"/>
                  </a:lnTo>
                  <a:lnTo>
                    <a:pt x="583692" y="42418"/>
                  </a:lnTo>
                  <a:lnTo>
                    <a:pt x="582790" y="41910"/>
                  </a:lnTo>
                  <a:lnTo>
                    <a:pt x="610920" y="41910"/>
                  </a:lnTo>
                  <a:lnTo>
                    <a:pt x="620852" y="41275"/>
                  </a:lnTo>
                  <a:lnTo>
                    <a:pt x="623150" y="41275"/>
                  </a:lnTo>
                  <a:lnTo>
                    <a:pt x="665124" y="39497"/>
                  </a:lnTo>
                  <a:lnTo>
                    <a:pt x="665556" y="39497"/>
                  </a:lnTo>
                  <a:lnTo>
                    <a:pt x="679856" y="38354"/>
                  </a:lnTo>
                  <a:lnTo>
                    <a:pt x="682053" y="38354"/>
                  </a:lnTo>
                  <a:lnTo>
                    <a:pt x="676668" y="37211"/>
                  </a:lnTo>
                  <a:lnTo>
                    <a:pt x="683221" y="36563"/>
                  </a:lnTo>
                  <a:lnTo>
                    <a:pt x="684288" y="36563"/>
                  </a:lnTo>
                  <a:lnTo>
                    <a:pt x="681532" y="39497"/>
                  </a:lnTo>
                  <a:lnTo>
                    <a:pt x="698754" y="39497"/>
                  </a:lnTo>
                  <a:lnTo>
                    <a:pt x="738352" y="39090"/>
                  </a:lnTo>
                  <a:lnTo>
                    <a:pt x="805688" y="39090"/>
                  </a:lnTo>
                  <a:lnTo>
                    <a:pt x="828636" y="41275"/>
                  </a:lnTo>
                  <a:lnTo>
                    <a:pt x="832002" y="41275"/>
                  </a:lnTo>
                  <a:lnTo>
                    <a:pt x="830364" y="39090"/>
                  </a:lnTo>
                  <a:lnTo>
                    <a:pt x="829818" y="38354"/>
                  </a:lnTo>
                  <a:lnTo>
                    <a:pt x="822934" y="38354"/>
                  </a:lnTo>
                  <a:lnTo>
                    <a:pt x="843292" y="37973"/>
                  </a:lnTo>
                  <a:lnTo>
                    <a:pt x="870508" y="37388"/>
                  </a:lnTo>
                  <a:lnTo>
                    <a:pt x="891565" y="37388"/>
                  </a:lnTo>
                  <a:lnTo>
                    <a:pt x="894994" y="38747"/>
                  </a:lnTo>
                  <a:lnTo>
                    <a:pt x="880249" y="39090"/>
                  </a:lnTo>
                  <a:lnTo>
                    <a:pt x="895896" y="39090"/>
                  </a:lnTo>
                  <a:lnTo>
                    <a:pt x="902741" y="39090"/>
                  </a:lnTo>
                  <a:lnTo>
                    <a:pt x="902881" y="39090"/>
                  </a:lnTo>
                  <a:lnTo>
                    <a:pt x="902360" y="39001"/>
                  </a:lnTo>
                  <a:lnTo>
                    <a:pt x="900836" y="38608"/>
                  </a:lnTo>
                  <a:lnTo>
                    <a:pt x="900328" y="38620"/>
                  </a:lnTo>
                  <a:lnTo>
                    <a:pt x="898982" y="38354"/>
                  </a:lnTo>
                  <a:lnTo>
                    <a:pt x="899909" y="38354"/>
                  </a:lnTo>
                  <a:lnTo>
                    <a:pt x="898436" y="37973"/>
                  </a:lnTo>
                  <a:lnTo>
                    <a:pt x="908977" y="38354"/>
                  </a:lnTo>
                  <a:lnTo>
                    <a:pt x="905929" y="37973"/>
                  </a:lnTo>
                  <a:lnTo>
                    <a:pt x="918324" y="37388"/>
                  </a:lnTo>
                  <a:lnTo>
                    <a:pt x="935901" y="36563"/>
                  </a:lnTo>
                  <a:lnTo>
                    <a:pt x="948690" y="26949"/>
                  </a:lnTo>
                  <a:lnTo>
                    <a:pt x="956576" y="13919"/>
                  </a:lnTo>
                  <a:lnTo>
                    <a:pt x="964133" y="8166"/>
                  </a:lnTo>
                  <a:lnTo>
                    <a:pt x="967359" y="5702"/>
                  </a:lnTo>
                  <a:lnTo>
                    <a:pt x="970165" y="3556"/>
                  </a:lnTo>
                  <a:lnTo>
                    <a:pt x="972185" y="2019"/>
                  </a:lnTo>
                  <a:lnTo>
                    <a:pt x="966939" y="2019"/>
                  </a:lnTo>
                  <a:lnTo>
                    <a:pt x="967270" y="1524"/>
                  </a:lnTo>
                  <a:lnTo>
                    <a:pt x="966381" y="1524"/>
                  </a:lnTo>
                  <a:lnTo>
                    <a:pt x="965631" y="2019"/>
                  </a:lnTo>
                  <a:lnTo>
                    <a:pt x="953554" y="2019"/>
                  </a:lnTo>
                  <a:lnTo>
                    <a:pt x="962863" y="1257"/>
                  </a:lnTo>
                  <a:lnTo>
                    <a:pt x="966851" y="1257"/>
                  </a:lnTo>
                  <a:lnTo>
                    <a:pt x="955179" y="762"/>
                  </a:lnTo>
                  <a:lnTo>
                    <a:pt x="985888" y="762"/>
                  </a:lnTo>
                  <a:close/>
                </a:path>
              </a:pathLst>
            </a:custGeom>
            <a:solidFill>
              <a:srgbClr val="BD9A85"/>
            </a:solidFill>
          </p:spPr>
          <p:txBody>
            <a:bodyPr wrap="square" lIns="0" tIns="0" rIns="0" bIns="0" rtlCol="0"/>
            <a:lstStyle/>
            <a:p>
              <a:endParaRPr/>
            </a:p>
          </p:txBody>
        </p:sp>
        <p:pic>
          <p:nvPicPr>
            <p:cNvPr id="13" name="object 13"/>
            <p:cNvPicPr/>
            <p:nvPr/>
          </p:nvPicPr>
          <p:blipFill>
            <a:blip r:embed="rId9" cstate="print"/>
            <a:stretch>
              <a:fillRect/>
            </a:stretch>
          </p:blipFill>
          <p:spPr>
            <a:xfrm>
              <a:off x="6522720" y="-1"/>
              <a:ext cx="5669280" cy="6857999"/>
            </a:xfrm>
            <a:prstGeom prst="rect">
              <a:avLst/>
            </a:prstGeom>
          </p:spPr>
        </p:pic>
        <p:pic>
          <p:nvPicPr>
            <p:cNvPr id="14" name="object 14"/>
            <p:cNvPicPr/>
            <p:nvPr/>
          </p:nvPicPr>
          <p:blipFill>
            <a:blip r:embed="rId10" cstate="print"/>
            <a:stretch>
              <a:fillRect/>
            </a:stretch>
          </p:blipFill>
          <p:spPr>
            <a:xfrm>
              <a:off x="0" y="-2"/>
              <a:ext cx="6522719" cy="6758940"/>
            </a:xfrm>
            <a:prstGeom prst="rect">
              <a:avLst/>
            </a:prstGeom>
          </p:spPr>
        </p:pic>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04519" y="901671"/>
            <a:ext cx="3422015" cy="604520"/>
          </a:xfrm>
          <a:prstGeom prst="rect">
            <a:avLst/>
          </a:prstGeom>
        </p:spPr>
        <p:txBody>
          <a:bodyPr vert="horz" wrap="square" lIns="0" tIns="12065" rIns="0" bIns="0" rtlCol="0">
            <a:spAutoFit/>
          </a:bodyPr>
          <a:lstStyle/>
          <a:p>
            <a:pPr marL="12700">
              <a:lnSpc>
                <a:spcPct val="100000"/>
              </a:lnSpc>
              <a:spcBef>
                <a:spcPts val="95"/>
              </a:spcBef>
            </a:pPr>
            <a:r>
              <a:rPr spc="-290" dirty="0"/>
              <a:t>Course</a:t>
            </a:r>
            <a:r>
              <a:rPr spc="-60" dirty="0"/>
              <a:t> </a:t>
            </a:r>
            <a:r>
              <a:rPr spc="-220" dirty="0"/>
              <a:t>Details:</a:t>
            </a:r>
          </a:p>
        </p:txBody>
      </p:sp>
      <p:sp>
        <p:nvSpPr>
          <p:cNvPr id="3" name="object 3"/>
          <p:cNvSpPr txBox="1"/>
          <p:nvPr/>
        </p:nvSpPr>
        <p:spPr>
          <a:xfrm>
            <a:off x="604519" y="2396574"/>
            <a:ext cx="4177665" cy="1414490"/>
          </a:xfrm>
          <a:prstGeom prst="rect">
            <a:avLst/>
          </a:prstGeom>
        </p:spPr>
        <p:txBody>
          <a:bodyPr vert="horz" wrap="square" lIns="0" tIns="168910" rIns="0" bIns="0" rtlCol="0">
            <a:spAutoFit/>
          </a:bodyPr>
          <a:lstStyle/>
          <a:p>
            <a:pPr marL="12700">
              <a:lnSpc>
                <a:spcPct val="100000"/>
              </a:lnSpc>
              <a:spcBef>
                <a:spcPts val="1330"/>
              </a:spcBef>
            </a:pPr>
            <a:r>
              <a:rPr sz="2000" spc="75" dirty="0">
                <a:latin typeface="Tahoma" panose="020B0604030504040204"/>
                <a:cs typeface="Tahoma" panose="020B0604030504040204"/>
              </a:rPr>
              <a:t>Course</a:t>
            </a:r>
            <a:r>
              <a:rPr sz="2000" spc="-130" dirty="0">
                <a:latin typeface="Tahoma" panose="020B0604030504040204"/>
                <a:cs typeface="Tahoma" panose="020B0604030504040204"/>
              </a:rPr>
              <a:t> </a:t>
            </a:r>
            <a:r>
              <a:rPr sz="2000" spc="65" dirty="0">
                <a:latin typeface="Tahoma" panose="020B0604030504040204"/>
                <a:cs typeface="Tahoma" panose="020B0604030504040204"/>
              </a:rPr>
              <a:t>code:</a:t>
            </a:r>
            <a:r>
              <a:rPr sz="2000" spc="-125" dirty="0">
                <a:latin typeface="Tahoma" panose="020B0604030504040204"/>
                <a:cs typeface="Tahoma" panose="020B0604030504040204"/>
              </a:rPr>
              <a:t> </a:t>
            </a:r>
            <a:r>
              <a:rPr sz="2000" spc="55" dirty="0">
                <a:latin typeface="Tahoma" panose="020B0604030504040204"/>
                <a:cs typeface="Tahoma" panose="020B0604030504040204"/>
              </a:rPr>
              <a:t>EMAT101L</a:t>
            </a:r>
            <a:endParaRPr sz="2000" dirty="0">
              <a:latin typeface="Tahoma" panose="020B0604030504040204"/>
              <a:cs typeface="Tahoma" panose="020B0604030504040204"/>
            </a:endParaRPr>
          </a:p>
          <a:p>
            <a:pPr marL="12700">
              <a:lnSpc>
                <a:spcPct val="100000"/>
              </a:lnSpc>
              <a:spcBef>
                <a:spcPts val="1235"/>
              </a:spcBef>
            </a:pPr>
            <a:r>
              <a:rPr sz="2000" spc="80" dirty="0">
                <a:latin typeface="Tahoma" panose="020B0604030504040204"/>
                <a:cs typeface="Tahoma" panose="020B0604030504040204"/>
              </a:rPr>
              <a:t>Course</a:t>
            </a:r>
            <a:r>
              <a:rPr sz="2000" spc="-90" dirty="0">
                <a:latin typeface="Tahoma" panose="020B0604030504040204"/>
                <a:cs typeface="Tahoma" panose="020B0604030504040204"/>
              </a:rPr>
              <a:t> </a:t>
            </a:r>
            <a:r>
              <a:rPr sz="2000" dirty="0">
                <a:latin typeface="Tahoma" panose="020B0604030504040204"/>
                <a:cs typeface="Tahoma" panose="020B0604030504040204"/>
              </a:rPr>
              <a:t>name:</a:t>
            </a:r>
            <a:r>
              <a:rPr sz="2000" spc="-110" dirty="0">
                <a:latin typeface="Tahoma" panose="020B0604030504040204"/>
                <a:cs typeface="Tahoma" panose="020B0604030504040204"/>
              </a:rPr>
              <a:t> </a:t>
            </a:r>
            <a:r>
              <a:rPr sz="2000" spc="70" dirty="0">
                <a:latin typeface="Tahoma" panose="020B0604030504040204"/>
                <a:cs typeface="Tahoma" panose="020B0604030504040204"/>
              </a:rPr>
              <a:t>Engineering</a:t>
            </a:r>
            <a:r>
              <a:rPr sz="2000" spc="-114" dirty="0">
                <a:latin typeface="Tahoma" panose="020B0604030504040204"/>
                <a:cs typeface="Tahoma" panose="020B0604030504040204"/>
              </a:rPr>
              <a:t> </a:t>
            </a:r>
            <a:r>
              <a:rPr sz="2000" spc="40" dirty="0">
                <a:latin typeface="Tahoma" panose="020B0604030504040204"/>
                <a:cs typeface="Tahoma" panose="020B0604030504040204"/>
              </a:rPr>
              <a:t>Calculus</a:t>
            </a:r>
            <a:endParaRPr sz="2000" dirty="0">
              <a:latin typeface="Tahoma" panose="020B0604030504040204"/>
              <a:cs typeface="Tahoma" panose="020B0604030504040204"/>
            </a:endParaRPr>
          </a:p>
          <a:p>
            <a:pPr marL="12700">
              <a:lnSpc>
                <a:spcPct val="100000"/>
              </a:lnSpc>
              <a:spcBef>
                <a:spcPts val="1250"/>
              </a:spcBef>
            </a:pPr>
            <a:r>
              <a:rPr sz="2000" spc="75" dirty="0">
                <a:latin typeface="Tahoma" panose="020B0604030504040204"/>
                <a:cs typeface="Tahoma" panose="020B0604030504040204"/>
              </a:rPr>
              <a:t>Course</a:t>
            </a:r>
            <a:r>
              <a:rPr sz="2000" spc="-135" dirty="0">
                <a:latin typeface="Tahoma" panose="020B0604030504040204"/>
                <a:cs typeface="Tahoma" panose="020B0604030504040204"/>
              </a:rPr>
              <a:t> </a:t>
            </a:r>
            <a:r>
              <a:rPr sz="2000" spc="40" dirty="0">
                <a:latin typeface="Tahoma" panose="020B0604030504040204"/>
                <a:cs typeface="Tahoma" panose="020B0604030504040204"/>
              </a:rPr>
              <a:t>components:</a:t>
            </a:r>
            <a:endParaRPr lang="en-IN" sz="2000" spc="40" dirty="0">
              <a:latin typeface="Tahoma" panose="020B0604030504040204"/>
              <a:cs typeface="Tahoma" panose="020B0604030504040204"/>
            </a:endParaRPr>
          </a:p>
        </p:txBody>
      </p:sp>
      <p:graphicFrame>
        <p:nvGraphicFramePr>
          <p:cNvPr id="4" name="object 4"/>
          <p:cNvGraphicFramePr>
            <a:graphicFrameLocks noGrp="1"/>
          </p:cNvGraphicFramePr>
          <p:nvPr>
            <p:extLst>
              <p:ext uri="{D42A27DB-BD31-4B8C-83A1-F6EECF244321}">
                <p14:modId xmlns:p14="http://schemas.microsoft.com/office/powerpoint/2010/main" val="937313240"/>
              </p:ext>
            </p:extLst>
          </p:nvPr>
        </p:nvGraphicFramePr>
        <p:xfrm>
          <a:off x="3169792" y="3814446"/>
          <a:ext cx="4288789" cy="833754"/>
        </p:xfrm>
        <a:graphic>
          <a:graphicData uri="http://schemas.openxmlformats.org/drawingml/2006/table">
            <a:tbl>
              <a:tblPr firstRow="1" bandRow="1">
                <a:tableStyleId>{2D5ABB26-0587-4C30-8999-92F81FD0307C}</a:tableStyleId>
              </a:tblPr>
              <a:tblGrid>
                <a:gridCol w="965835">
                  <a:extLst>
                    <a:ext uri="{9D8B030D-6E8A-4147-A177-3AD203B41FA5}">
                      <a16:colId xmlns:a16="http://schemas.microsoft.com/office/drawing/2014/main" val="20000"/>
                    </a:ext>
                  </a:extLst>
                </a:gridCol>
                <a:gridCol w="1036954">
                  <a:extLst>
                    <a:ext uri="{9D8B030D-6E8A-4147-A177-3AD203B41FA5}">
                      <a16:colId xmlns:a16="http://schemas.microsoft.com/office/drawing/2014/main" val="20001"/>
                    </a:ext>
                  </a:extLst>
                </a:gridCol>
                <a:gridCol w="1143000">
                  <a:extLst>
                    <a:ext uri="{9D8B030D-6E8A-4147-A177-3AD203B41FA5}">
                      <a16:colId xmlns:a16="http://schemas.microsoft.com/office/drawing/2014/main" val="20002"/>
                    </a:ext>
                  </a:extLst>
                </a:gridCol>
                <a:gridCol w="1143000">
                  <a:extLst>
                    <a:ext uri="{9D8B030D-6E8A-4147-A177-3AD203B41FA5}">
                      <a16:colId xmlns:a16="http://schemas.microsoft.com/office/drawing/2014/main" val="20003"/>
                    </a:ext>
                  </a:extLst>
                </a:gridCol>
              </a:tblGrid>
              <a:tr h="416559">
                <a:tc>
                  <a:txBody>
                    <a:bodyPr/>
                    <a:lstStyle/>
                    <a:p>
                      <a:pPr algn="ctr">
                        <a:lnSpc>
                          <a:spcPct val="100000"/>
                        </a:lnSpc>
                        <a:spcBef>
                          <a:spcPts val="280"/>
                        </a:spcBef>
                      </a:pPr>
                      <a:r>
                        <a:rPr sz="1800" b="1" spc="-50" dirty="0">
                          <a:solidFill>
                            <a:srgbClr val="FFFFFF"/>
                          </a:solidFill>
                          <a:latin typeface="Tahoma" panose="020B0604030504040204"/>
                          <a:cs typeface="Tahoma" panose="020B0604030504040204"/>
                        </a:rPr>
                        <a:t>L</a:t>
                      </a:r>
                      <a:endParaRPr sz="1800" dirty="0">
                        <a:latin typeface="Tahoma" panose="020B0604030504040204"/>
                        <a:cs typeface="Tahoma" panose="020B0604030504040204"/>
                      </a:endParaRPr>
                    </a:p>
                  </a:txBody>
                  <a:tcPr marL="0" marR="0" marT="3556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000000"/>
                    </a:solidFill>
                  </a:tcPr>
                </a:tc>
                <a:tc>
                  <a:txBody>
                    <a:bodyPr/>
                    <a:lstStyle/>
                    <a:p>
                      <a:pPr algn="ctr">
                        <a:lnSpc>
                          <a:spcPct val="100000"/>
                        </a:lnSpc>
                        <a:spcBef>
                          <a:spcPts val="280"/>
                        </a:spcBef>
                      </a:pPr>
                      <a:r>
                        <a:rPr sz="1800" b="1" spc="-50" dirty="0">
                          <a:solidFill>
                            <a:srgbClr val="FFFFFF"/>
                          </a:solidFill>
                          <a:latin typeface="Tahoma" panose="020B0604030504040204"/>
                          <a:cs typeface="Tahoma" panose="020B0604030504040204"/>
                        </a:rPr>
                        <a:t>T</a:t>
                      </a:r>
                      <a:endParaRPr sz="1800">
                        <a:latin typeface="Tahoma" panose="020B0604030504040204"/>
                        <a:cs typeface="Tahoma" panose="020B0604030504040204"/>
                      </a:endParaRPr>
                    </a:p>
                  </a:txBody>
                  <a:tcPr marL="0" marR="0" marT="3556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000000"/>
                    </a:solidFill>
                  </a:tcPr>
                </a:tc>
                <a:tc>
                  <a:txBody>
                    <a:bodyPr/>
                    <a:lstStyle/>
                    <a:p>
                      <a:pPr algn="ctr">
                        <a:lnSpc>
                          <a:spcPct val="100000"/>
                        </a:lnSpc>
                        <a:spcBef>
                          <a:spcPts val="280"/>
                        </a:spcBef>
                      </a:pPr>
                      <a:r>
                        <a:rPr sz="1800" b="1" spc="-50" dirty="0">
                          <a:solidFill>
                            <a:srgbClr val="FFFFFF"/>
                          </a:solidFill>
                          <a:latin typeface="Tahoma" panose="020B0604030504040204"/>
                          <a:cs typeface="Tahoma" panose="020B0604030504040204"/>
                        </a:rPr>
                        <a:t>P</a:t>
                      </a:r>
                      <a:endParaRPr sz="1800">
                        <a:latin typeface="Tahoma" panose="020B0604030504040204"/>
                        <a:cs typeface="Tahoma" panose="020B0604030504040204"/>
                      </a:endParaRPr>
                    </a:p>
                  </a:txBody>
                  <a:tcPr marL="0" marR="0" marT="3556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000000"/>
                    </a:solidFill>
                  </a:tcPr>
                </a:tc>
                <a:tc>
                  <a:txBody>
                    <a:bodyPr/>
                    <a:lstStyle/>
                    <a:p>
                      <a:pPr marL="1270" algn="ctr">
                        <a:lnSpc>
                          <a:spcPct val="100000"/>
                        </a:lnSpc>
                        <a:spcBef>
                          <a:spcPts val="280"/>
                        </a:spcBef>
                      </a:pPr>
                      <a:r>
                        <a:rPr sz="1800" b="1" spc="-10" dirty="0">
                          <a:solidFill>
                            <a:srgbClr val="FFFFFF"/>
                          </a:solidFill>
                          <a:latin typeface="Tahoma" panose="020B0604030504040204"/>
                          <a:cs typeface="Tahoma" panose="020B0604030504040204"/>
                        </a:rPr>
                        <a:t>Credits</a:t>
                      </a:r>
                      <a:endParaRPr sz="1800">
                        <a:latin typeface="Tahoma" panose="020B0604030504040204"/>
                        <a:cs typeface="Tahoma" panose="020B0604030504040204"/>
                      </a:endParaRPr>
                    </a:p>
                  </a:txBody>
                  <a:tcPr marL="0" marR="0" marT="3556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000000"/>
                    </a:solidFill>
                  </a:tcPr>
                </a:tc>
                <a:extLst>
                  <a:ext uri="{0D108BD9-81ED-4DB2-BD59-A6C34878D82A}">
                    <a16:rowId xmlns:a16="http://schemas.microsoft.com/office/drawing/2014/main" val="10000"/>
                  </a:ext>
                </a:extLst>
              </a:tr>
              <a:tr h="417195">
                <a:tc>
                  <a:txBody>
                    <a:bodyPr/>
                    <a:lstStyle/>
                    <a:p>
                      <a:pPr algn="ctr">
                        <a:lnSpc>
                          <a:spcPct val="100000"/>
                        </a:lnSpc>
                        <a:spcBef>
                          <a:spcPts val="280"/>
                        </a:spcBef>
                      </a:pPr>
                      <a:r>
                        <a:rPr sz="1800" spc="-50" dirty="0">
                          <a:latin typeface="Tahoma" panose="020B0604030504040204"/>
                          <a:cs typeface="Tahoma" panose="020B0604030504040204"/>
                        </a:rPr>
                        <a:t>3</a:t>
                      </a:r>
                      <a:endParaRPr sz="1800">
                        <a:latin typeface="Tahoma" panose="020B0604030504040204"/>
                        <a:cs typeface="Tahoma" panose="020B0604030504040204"/>
                      </a:endParaRPr>
                    </a:p>
                  </a:txBody>
                  <a:tcPr marL="0" marR="0" marT="3556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CACACA"/>
                    </a:solidFill>
                  </a:tcPr>
                </a:tc>
                <a:tc>
                  <a:txBody>
                    <a:bodyPr/>
                    <a:lstStyle/>
                    <a:p>
                      <a:pPr algn="ctr">
                        <a:lnSpc>
                          <a:spcPct val="100000"/>
                        </a:lnSpc>
                        <a:spcBef>
                          <a:spcPts val="280"/>
                        </a:spcBef>
                      </a:pPr>
                      <a:r>
                        <a:rPr sz="1800" spc="-50" dirty="0">
                          <a:latin typeface="Tahoma" panose="020B0604030504040204"/>
                          <a:cs typeface="Tahoma" panose="020B0604030504040204"/>
                        </a:rPr>
                        <a:t>1</a:t>
                      </a:r>
                      <a:endParaRPr sz="1800" dirty="0">
                        <a:latin typeface="Tahoma" panose="020B0604030504040204"/>
                        <a:cs typeface="Tahoma" panose="020B0604030504040204"/>
                      </a:endParaRPr>
                    </a:p>
                  </a:txBody>
                  <a:tcPr marL="0" marR="0" marT="3556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CACACA"/>
                    </a:solidFill>
                  </a:tcPr>
                </a:tc>
                <a:tc>
                  <a:txBody>
                    <a:bodyPr/>
                    <a:lstStyle/>
                    <a:p>
                      <a:pPr marL="1270" algn="ctr">
                        <a:lnSpc>
                          <a:spcPct val="100000"/>
                        </a:lnSpc>
                        <a:spcBef>
                          <a:spcPts val="280"/>
                        </a:spcBef>
                      </a:pPr>
                      <a:r>
                        <a:rPr sz="1800" spc="-50" dirty="0">
                          <a:latin typeface="Tahoma" panose="020B0604030504040204"/>
                          <a:cs typeface="Tahoma" panose="020B0604030504040204"/>
                        </a:rPr>
                        <a:t>0</a:t>
                      </a:r>
                      <a:endParaRPr sz="1800">
                        <a:latin typeface="Tahoma" panose="020B0604030504040204"/>
                        <a:cs typeface="Tahoma" panose="020B0604030504040204"/>
                      </a:endParaRPr>
                    </a:p>
                  </a:txBody>
                  <a:tcPr marL="0" marR="0" marT="3556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CACACA"/>
                    </a:solidFill>
                  </a:tcPr>
                </a:tc>
                <a:tc>
                  <a:txBody>
                    <a:bodyPr/>
                    <a:lstStyle/>
                    <a:p>
                      <a:pPr marL="1905" algn="ctr">
                        <a:lnSpc>
                          <a:spcPct val="100000"/>
                        </a:lnSpc>
                        <a:spcBef>
                          <a:spcPts val="280"/>
                        </a:spcBef>
                      </a:pPr>
                      <a:r>
                        <a:rPr sz="1800" spc="-50" dirty="0">
                          <a:latin typeface="Tahoma" panose="020B0604030504040204"/>
                          <a:cs typeface="Tahoma" panose="020B0604030504040204"/>
                        </a:rPr>
                        <a:t>4</a:t>
                      </a:r>
                      <a:endParaRPr sz="1800" dirty="0">
                        <a:latin typeface="Tahoma" panose="020B0604030504040204"/>
                        <a:cs typeface="Tahoma" panose="020B0604030504040204"/>
                      </a:endParaRPr>
                    </a:p>
                  </a:txBody>
                  <a:tcPr marL="0" marR="0" marT="3556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CACACA"/>
                    </a:solidFill>
                  </a:tcPr>
                </a:tc>
                <a:extLst>
                  <a:ext uri="{0D108BD9-81ED-4DB2-BD59-A6C34878D82A}">
                    <a16:rowId xmlns:a16="http://schemas.microsoft.com/office/drawing/2014/main" val="10001"/>
                  </a:ext>
                </a:extLst>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04519" y="1023591"/>
            <a:ext cx="10982960" cy="1033780"/>
          </a:xfrm>
          <a:prstGeom prst="rect">
            <a:avLst/>
          </a:prstGeom>
        </p:spPr>
        <p:txBody>
          <a:bodyPr vert="horz" wrap="square" lIns="0" tIns="12065" rIns="0" bIns="0" rtlCol="0">
            <a:spAutoFit/>
          </a:bodyPr>
          <a:lstStyle/>
          <a:p>
            <a:pPr marL="12700">
              <a:lnSpc>
                <a:spcPts val="4495"/>
              </a:lnSpc>
              <a:spcBef>
                <a:spcPts val="95"/>
              </a:spcBef>
            </a:pPr>
            <a:r>
              <a:rPr spc="-290" dirty="0"/>
              <a:t>Course</a:t>
            </a:r>
            <a:r>
              <a:rPr spc="-60" dirty="0"/>
              <a:t> </a:t>
            </a:r>
            <a:r>
              <a:rPr spc="-235" dirty="0"/>
              <a:t>content:</a:t>
            </a:r>
          </a:p>
          <a:p>
            <a:pPr marL="12700">
              <a:lnSpc>
                <a:spcPts val="3475"/>
              </a:lnSpc>
            </a:pPr>
            <a:r>
              <a:rPr sz="2950" spc="-245" dirty="0"/>
              <a:t>Module</a:t>
            </a:r>
            <a:r>
              <a:rPr sz="2950" spc="-20" dirty="0"/>
              <a:t> </a:t>
            </a:r>
            <a:r>
              <a:rPr sz="2950" spc="114" dirty="0"/>
              <a:t>1:</a:t>
            </a:r>
            <a:r>
              <a:rPr sz="2950" spc="-20" dirty="0"/>
              <a:t> </a:t>
            </a:r>
            <a:r>
              <a:rPr sz="2950" dirty="0"/>
              <a:t>1</a:t>
            </a:r>
            <a:r>
              <a:rPr lang="en-US" sz="2950" dirty="0"/>
              <a:t>1</a:t>
            </a:r>
            <a:r>
              <a:rPr sz="2950" spc="-20" dirty="0"/>
              <a:t> </a:t>
            </a:r>
            <a:r>
              <a:rPr sz="2950" spc="-45" dirty="0"/>
              <a:t>hours</a:t>
            </a:r>
            <a:endParaRPr sz="2950"/>
          </a:p>
        </p:txBody>
      </p:sp>
      <p:sp>
        <p:nvSpPr>
          <p:cNvPr id="3" name="object 3"/>
          <p:cNvSpPr txBox="1"/>
          <p:nvPr/>
        </p:nvSpPr>
        <p:spPr>
          <a:xfrm>
            <a:off x="604520" y="2508885"/>
            <a:ext cx="10622280" cy="3042285"/>
          </a:xfrm>
          <a:prstGeom prst="rect">
            <a:avLst/>
          </a:prstGeom>
        </p:spPr>
        <p:txBody>
          <a:bodyPr vert="horz" wrap="square" lIns="0" tIns="12700" rIns="0" bIns="0" rtlCol="0">
            <a:noAutofit/>
          </a:bodyPr>
          <a:lstStyle/>
          <a:p>
            <a:pPr marL="12700" marR="5080" algn="just">
              <a:lnSpc>
                <a:spcPct val="110000"/>
              </a:lnSpc>
              <a:spcBef>
                <a:spcPts val="100"/>
              </a:spcBef>
            </a:pPr>
            <a:r>
              <a:rPr lang="en-US" altLang="en-US" sz="2800">
                <a:latin typeface="Times New Roman" panose="02020603050405020304" charset="0"/>
                <a:cs typeface="Times New Roman" panose="02020603050405020304" charset="0"/>
              </a:rPr>
              <a:t>The Real Number System, Archimedean Property, Convergence of a Sequence, Monotone Sequences, Cauchy Criterion, Bolzano-Weierstrass Theorem, Limit inferior and Limit Superior. Infinite Series, Convergence Tests including nth term test, Integral test, Comparison test, Ratio test, Root test, and Alternating series test.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04519" y="1023591"/>
            <a:ext cx="10982960" cy="1033780"/>
          </a:xfrm>
          <a:prstGeom prst="rect">
            <a:avLst/>
          </a:prstGeom>
        </p:spPr>
        <p:txBody>
          <a:bodyPr vert="horz" wrap="square" lIns="0" tIns="12065" rIns="0" bIns="0" rtlCol="0">
            <a:spAutoFit/>
          </a:bodyPr>
          <a:lstStyle/>
          <a:p>
            <a:pPr marL="12700">
              <a:lnSpc>
                <a:spcPts val="4495"/>
              </a:lnSpc>
              <a:spcBef>
                <a:spcPts val="95"/>
              </a:spcBef>
            </a:pPr>
            <a:r>
              <a:rPr spc="-290" dirty="0"/>
              <a:t>Course</a:t>
            </a:r>
            <a:r>
              <a:rPr spc="-60" dirty="0"/>
              <a:t> </a:t>
            </a:r>
            <a:r>
              <a:rPr spc="-235" dirty="0"/>
              <a:t>content:</a:t>
            </a:r>
          </a:p>
          <a:p>
            <a:pPr marL="12700">
              <a:lnSpc>
                <a:spcPts val="3475"/>
              </a:lnSpc>
            </a:pPr>
            <a:r>
              <a:rPr sz="2950" spc="-245" dirty="0"/>
              <a:t>Module</a:t>
            </a:r>
            <a:r>
              <a:rPr sz="2950" spc="-60" dirty="0"/>
              <a:t> </a:t>
            </a:r>
            <a:r>
              <a:rPr sz="2950" spc="-50" dirty="0"/>
              <a:t>2:</a:t>
            </a:r>
            <a:r>
              <a:rPr sz="2950" spc="-65" dirty="0"/>
              <a:t> </a:t>
            </a:r>
            <a:r>
              <a:rPr sz="2950" spc="60" dirty="0"/>
              <a:t>1</a:t>
            </a:r>
            <a:r>
              <a:rPr lang="en-US" sz="2950" spc="60" dirty="0"/>
              <a:t>1</a:t>
            </a:r>
            <a:r>
              <a:rPr sz="2950" spc="-65" dirty="0"/>
              <a:t> </a:t>
            </a:r>
            <a:r>
              <a:rPr sz="2950" spc="-45" dirty="0"/>
              <a:t>hours</a:t>
            </a:r>
            <a:endParaRPr sz="2950"/>
          </a:p>
        </p:txBody>
      </p:sp>
      <p:sp>
        <p:nvSpPr>
          <p:cNvPr id="3" name="object 3"/>
          <p:cNvSpPr txBox="1"/>
          <p:nvPr/>
        </p:nvSpPr>
        <p:spPr>
          <a:xfrm>
            <a:off x="588365" y="2460368"/>
            <a:ext cx="10796905" cy="1908175"/>
          </a:xfrm>
          <a:prstGeom prst="rect">
            <a:avLst/>
          </a:prstGeom>
        </p:spPr>
        <p:txBody>
          <a:bodyPr vert="horz" wrap="square" lIns="0" tIns="13335" rIns="0" bIns="0" rtlCol="0">
            <a:spAutoFit/>
          </a:bodyPr>
          <a:lstStyle/>
          <a:p>
            <a:pPr marL="12700" marR="5080" algn="just">
              <a:lnSpc>
                <a:spcPct val="110000"/>
              </a:lnSpc>
              <a:spcBef>
                <a:spcPts val="105"/>
              </a:spcBef>
            </a:pPr>
            <a:r>
              <a:rPr lang="en-US" altLang="en-US" sz="2800">
                <a:latin typeface="Times New Roman" panose="02020603050405020304" charset="0"/>
                <a:cs typeface="Times New Roman" panose="02020603050405020304" charset="0"/>
              </a:rPr>
              <a:t>Limit, Continuity, Existence of Maxima, Intermediate Value Property. Differentiability, Rolle’s Theorem, Mean Value Theorem. Convexity, Concavity, L’Hospital Rule, Fixed Point Iteration Method, Taylor’s Theorem, Taylor and Maclaurian Series, Power Series. </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04519" y="1023591"/>
            <a:ext cx="10982960" cy="1033780"/>
          </a:xfrm>
          <a:prstGeom prst="rect">
            <a:avLst/>
          </a:prstGeom>
        </p:spPr>
        <p:txBody>
          <a:bodyPr vert="horz" wrap="square" lIns="0" tIns="12065" rIns="0" bIns="0" rtlCol="0">
            <a:spAutoFit/>
          </a:bodyPr>
          <a:lstStyle/>
          <a:p>
            <a:pPr marL="12700">
              <a:lnSpc>
                <a:spcPts val="4495"/>
              </a:lnSpc>
              <a:spcBef>
                <a:spcPts val="95"/>
              </a:spcBef>
            </a:pPr>
            <a:r>
              <a:rPr spc="-290" dirty="0"/>
              <a:t>Course</a:t>
            </a:r>
            <a:r>
              <a:rPr spc="-60" dirty="0"/>
              <a:t> </a:t>
            </a:r>
            <a:r>
              <a:rPr spc="-235" dirty="0"/>
              <a:t>content:</a:t>
            </a:r>
          </a:p>
          <a:p>
            <a:pPr marL="12700">
              <a:lnSpc>
                <a:spcPts val="3475"/>
              </a:lnSpc>
            </a:pPr>
            <a:r>
              <a:rPr sz="2950" spc="-245" dirty="0"/>
              <a:t>Module</a:t>
            </a:r>
            <a:r>
              <a:rPr sz="2950" spc="-50" dirty="0"/>
              <a:t> </a:t>
            </a:r>
            <a:r>
              <a:rPr sz="2950" spc="-45" dirty="0"/>
              <a:t>3: </a:t>
            </a:r>
            <a:r>
              <a:rPr sz="2950" dirty="0"/>
              <a:t>1</a:t>
            </a:r>
            <a:r>
              <a:rPr lang="en-US" sz="2950" dirty="0"/>
              <a:t>1</a:t>
            </a:r>
            <a:r>
              <a:rPr sz="2950" spc="-50" dirty="0"/>
              <a:t> </a:t>
            </a:r>
            <a:r>
              <a:rPr sz="2950" spc="-40" dirty="0"/>
              <a:t>hours</a:t>
            </a:r>
            <a:endParaRPr sz="2950"/>
          </a:p>
        </p:txBody>
      </p:sp>
      <p:sp>
        <p:nvSpPr>
          <p:cNvPr id="3" name="object 3"/>
          <p:cNvSpPr txBox="1"/>
          <p:nvPr/>
        </p:nvSpPr>
        <p:spPr>
          <a:xfrm>
            <a:off x="604520" y="2552700"/>
            <a:ext cx="11082655" cy="3000375"/>
          </a:xfrm>
          <a:prstGeom prst="rect">
            <a:avLst/>
          </a:prstGeom>
        </p:spPr>
        <p:txBody>
          <a:bodyPr vert="horz" wrap="square" lIns="0" tIns="12065" rIns="0" bIns="0" rtlCol="0">
            <a:noAutofit/>
          </a:bodyPr>
          <a:lstStyle/>
          <a:p>
            <a:pPr marL="12700" algn="just">
              <a:lnSpc>
                <a:spcPct val="100000"/>
              </a:lnSpc>
              <a:spcBef>
                <a:spcPts val="95"/>
              </a:spcBef>
              <a:tabLst>
                <a:tab pos="1949450" algn="l"/>
                <a:tab pos="2660015" algn="l"/>
              </a:tabLst>
            </a:pPr>
            <a:r>
              <a:rPr lang="en-US" altLang="en-US" sz="2800">
                <a:latin typeface="Times New Roman" panose="02020603050405020304" charset="0"/>
                <a:cs typeface="Times New Roman" panose="02020603050405020304" charset="0"/>
              </a:rPr>
              <a:t>Riemann Integration, Advanced Integration Techniques (includes discussion of integration by parts, trigonometric integrals, trigonometric substitution, integration of rational functions using partial fraction decomposition), Fundamental Theorems of Calculus, Area between two curves; Polar Coordinates, Volumes by slicing, Washer and Shell Methods, Length of a plane curve, Areas of Surfaces of Revolution. Improper Integrals, Beta-Gamma Functions.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4519" y="1023591"/>
            <a:ext cx="10982960" cy="1169035"/>
          </a:xfrm>
        </p:spPr>
        <p:txBody>
          <a:bodyPr/>
          <a:lstStyle/>
          <a:p>
            <a:r>
              <a:rPr spc="-290" dirty="0">
                <a:sym typeface="+mn-ea"/>
              </a:rPr>
              <a:t>Course</a:t>
            </a:r>
            <a:r>
              <a:rPr spc="-60" dirty="0">
                <a:sym typeface="+mn-ea"/>
              </a:rPr>
              <a:t> </a:t>
            </a:r>
            <a:r>
              <a:rPr spc="-235" dirty="0">
                <a:sym typeface="+mn-ea"/>
              </a:rPr>
              <a:t>content:</a:t>
            </a:r>
            <a:br>
              <a:rPr spc="-235" dirty="0"/>
            </a:br>
            <a:r>
              <a:rPr spc="-245" dirty="0">
                <a:sym typeface="+mn-ea"/>
              </a:rPr>
              <a:t>Module</a:t>
            </a:r>
            <a:r>
              <a:rPr spc="-60" dirty="0">
                <a:sym typeface="+mn-ea"/>
              </a:rPr>
              <a:t> </a:t>
            </a:r>
            <a:r>
              <a:rPr lang="en-US" spc="-60" dirty="0">
                <a:sym typeface="+mn-ea"/>
              </a:rPr>
              <a:t>4</a:t>
            </a:r>
            <a:r>
              <a:rPr spc="-50" dirty="0">
                <a:sym typeface="+mn-ea"/>
              </a:rPr>
              <a:t>:</a:t>
            </a:r>
            <a:r>
              <a:rPr spc="-65" dirty="0">
                <a:sym typeface="+mn-ea"/>
              </a:rPr>
              <a:t> </a:t>
            </a:r>
            <a:r>
              <a:rPr spc="60" dirty="0">
                <a:sym typeface="+mn-ea"/>
              </a:rPr>
              <a:t>1</a:t>
            </a:r>
            <a:r>
              <a:rPr lang="en-US" spc="60" dirty="0">
                <a:sym typeface="+mn-ea"/>
              </a:rPr>
              <a:t>2</a:t>
            </a:r>
            <a:r>
              <a:rPr spc="-65" dirty="0">
                <a:sym typeface="+mn-ea"/>
              </a:rPr>
              <a:t> </a:t>
            </a:r>
            <a:r>
              <a:rPr spc="-45" dirty="0">
                <a:sym typeface="+mn-ea"/>
              </a:rPr>
              <a:t>hours</a:t>
            </a:r>
            <a:endParaRPr lang="en-US"/>
          </a:p>
        </p:txBody>
      </p:sp>
      <p:sp>
        <p:nvSpPr>
          <p:cNvPr id="3" name="Text Placeholder 2"/>
          <p:cNvSpPr>
            <a:spLocks noGrp="1"/>
          </p:cNvSpPr>
          <p:nvPr>
            <p:ph type="body" idx="1"/>
          </p:nvPr>
        </p:nvSpPr>
        <p:spPr>
          <a:xfrm>
            <a:off x="568325" y="2464435"/>
            <a:ext cx="11426190" cy="2463800"/>
          </a:xfrm>
        </p:spPr>
        <p:txBody>
          <a:bodyPr>
            <a:noAutofit/>
          </a:bodyPr>
          <a:lstStyle/>
          <a:p>
            <a:pPr algn="just"/>
            <a:r>
              <a:rPr lang="en-US" altLang="en-US" sz="2800">
                <a:latin typeface="Times New Roman" panose="02020603050405020304" charset="0"/>
                <a:cs typeface="Times New Roman" panose="02020603050405020304" charset="0"/>
              </a:rPr>
              <a:t>Functions of Several Variables: limit, Continuity and Differentiability, Chain Rule, Directional Derivative, Gradient. Mixed Derivative Theorem, MVT, Extended MVT, Taylor’s Theorem in Multiple Variables, Hessian, Maxima, Minima, Second Derivative Test, Lagrange Multiplier Method. Double Integrals, Change of Variable in a Double and Triple Integrals, Area of a Parametric Surface and surface integral. Surface Area, Surface Integrals.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04519" y="822363"/>
            <a:ext cx="2557780" cy="603885"/>
          </a:xfrm>
          <a:prstGeom prst="rect">
            <a:avLst/>
          </a:prstGeom>
        </p:spPr>
        <p:txBody>
          <a:bodyPr vert="horz" wrap="square" lIns="0" tIns="12065" rIns="0" bIns="0" rtlCol="0">
            <a:spAutoFit/>
          </a:bodyPr>
          <a:lstStyle/>
          <a:p>
            <a:pPr marL="12700">
              <a:lnSpc>
                <a:spcPct val="100000"/>
              </a:lnSpc>
              <a:spcBef>
                <a:spcPts val="95"/>
              </a:spcBef>
            </a:pPr>
            <a:r>
              <a:rPr spc="-260" dirty="0"/>
              <a:t>Text</a:t>
            </a:r>
            <a:r>
              <a:rPr spc="-65" dirty="0"/>
              <a:t> </a:t>
            </a:r>
            <a:r>
              <a:rPr spc="-280" dirty="0"/>
              <a:t>books:</a:t>
            </a:r>
          </a:p>
        </p:txBody>
      </p:sp>
      <p:sp>
        <p:nvSpPr>
          <p:cNvPr id="3" name="object 3"/>
          <p:cNvSpPr txBox="1"/>
          <p:nvPr/>
        </p:nvSpPr>
        <p:spPr>
          <a:xfrm>
            <a:off x="579119" y="2425189"/>
            <a:ext cx="10393680" cy="3975735"/>
          </a:xfrm>
          <a:prstGeom prst="rect">
            <a:avLst/>
          </a:prstGeom>
        </p:spPr>
        <p:txBody>
          <a:bodyPr vert="horz" wrap="square" lIns="0" tIns="13335" rIns="0" bIns="0" rtlCol="0">
            <a:spAutoFit/>
          </a:bodyPr>
          <a:lstStyle/>
          <a:p>
            <a:pPr marL="380365" marR="302895" indent="-343535">
              <a:lnSpc>
                <a:spcPct val="110000"/>
              </a:lnSpc>
              <a:spcBef>
                <a:spcPts val="105"/>
              </a:spcBef>
              <a:buAutoNum type="arabicParenR"/>
              <a:tabLst>
                <a:tab pos="380365" algn="l"/>
              </a:tabLst>
            </a:pPr>
            <a:r>
              <a:rPr sz="2800" spc="85" dirty="0">
                <a:latin typeface="Tahoma" panose="020B0604030504040204"/>
                <a:cs typeface="Tahoma" panose="020B0604030504040204"/>
              </a:rPr>
              <a:t>Maurice</a:t>
            </a:r>
            <a:r>
              <a:rPr sz="2800" spc="-114" dirty="0">
                <a:latin typeface="Tahoma" panose="020B0604030504040204"/>
                <a:cs typeface="Tahoma" panose="020B0604030504040204"/>
              </a:rPr>
              <a:t> </a:t>
            </a:r>
            <a:r>
              <a:rPr sz="2800" spc="-35" dirty="0">
                <a:latin typeface="Tahoma" panose="020B0604030504040204"/>
                <a:cs typeface="Tahoma" panose="020B0604030504040204"/>
              </a:rPr>
              <a:t>D.</a:t>
            </a:r>
            <a:r>
              <a:rPr sz="2800" spc="-265" dirty="0">
                <a:latin typeface="Tahoma" panose="020B0604030504040204"/>
                <a:cs typeface="Tahoma" panose="020B0604030504040204"/>
              </a:rPr>
              <a:t> </a:t>
            </a:r>
            <a:r>
              <a:rPr sz="2800" spc="55" dirty="0">
                <a:latin typeface="Tahoma" panose="020B0604030504040204"/>
                <a:cs typeface="Tahoma" panose="020B0604030504040204"/>
              </a:rPr>
              <a:t>Weir</a:t>
            </a:r>
            <a:r>
              <a:rPr sz="2800" spc="-150" dirty="0">
                <a:latin typeface="Tahoma" panose="020B0604030504040204"/>
                <a:cs typeface="Tahoma" panose="020B0604030504040204"/>
              </a:rPr>
              <a:t> </a:t>
            </a:r>
            <a:r>
              <a:rPr sz="2800" spc="90" dirty="0">
                <a:latin typeface="Tahoma" panose="020B0604030504040204"/>
                <a:cs typeface="Tahoma" panose="020B0604030504040204"/>
              </a:rPr>
              <a:t>and</a:t>
            </a:r>
            <a:r>
              <a:rPr sz="2800" spc="-170" dirty="0">
                <a:latin typeface="Tahoma" panose="020B0604030504040204"/>
                <a:cs typeface="Tahoma" panose="020B0604030504040204"/>
              </a:rPr>
              <a:t> </a:t>
            </a:r>
            <a:r>
              <a:rPr sz="2800" spc="140" dirty="0">
                <a:latin typeface="Tahoma" panose="020B0604030504040204"/>
                <a:cs typeface="Tahoma" panose="020B0604030504040204"/>
              </a:rPr>
              <a:t>Joel</a:t>
            </a:r>
            <a:r>
              <a:rPr sz="2800" spc="-160" dirty="0">
                <a:latin typeface="Tahoma" panose="020B0604030504040204"/>
                <a:cs typeface="Tahoma" panose="020B0604030504040204"/>
              </a:rPr>
              <a:t> </a:t>
            </a:r>
            <a:r>
              <a:rPr sz="2800" spc="-20" dirty="0">
                <a:latin typeface="Tahoma" panose="020B0604030504040204"/>
                <a:cs typeface="Tahoma" panose="020B0604030504040204"/>
              </a:rPr>
              <a:t>Hass,</a:t>
            </a:r>
            <a:r>
              <a:rPr sz="2800" spc="-210" dirty="0">
                <a:latin typeface="Tahoma" panose="020B0604030504040204"/>
                <a:cs typeface="Tahoma" panose="020B0604030504040204"/>
              </a:rPr>
              <a:t> </a:t>
            </a:r>
            <a:r>
              <a:rPr sz="2800" i="1" spc="-204" dirty="0">
                <a:latin typeface="Verdana" panose="020B0604030504040204"/>
                <a:cs typeface="Verdana" panose="020B0604030504040204"/>
              </a:rPr>
              <a:t>Thomas’</a:t>
            </a:r>
            <a:r>
              <a:rPr sz="2800" i="1" spc="-245" dirty="0">
                <a:latin typeface="Verdana" panose="020B0604030504040204"/>
                <a:cs typeface="Verdana" panose="020B0604030504040204"/>
              </a:rPr>
              <a:t> </a:t>
            </a:r>
            <a:r>
              <a:rPr sz="2800" i="1" spc="-135" dirty="0">
                <a:latin typeface="Verdana" panose="020B0604030504040204"/>
                <a:cs typeface="Verdana" panose="020B0604030504040204"/>
              </a:rPr>
              <a:t>Calculus</a:t>
            </a:r>
            <a:r>
              <a:rPr sz="2800" i="1" spc="-260" dirty="0">
                <a:latin typeface="Verdana" panose="020B0604030504040204"/>
                <a:cs typeface="Verdana" panose="020B0604030504040204"/>
              </a:rPr>
              <a:t> </a:t>
            </a:r>
            <a:r>
              <a:rPr sz="2800" dirty="0">
                <a:latin typeface="Tahoma" panose="020B0604030504040204"/>
                <a:cs typeface="Tahoma" panose="020B0604030504040204"/>
              </a:rPr>
              <a:t>(14</a:t>
            </a:r>
            <a:r>
              <a:rPr sz="2775" baseline="26000" dirty="0">
                <a:latin typeface="Tahoma" panose="020B0604030504040204"/>
                <a:cs typeface="Tahoma" panose="020B0604030504040204"/>
              </a:rPr>
              <a:t>th</a:t>
            </a:r>
            <a:r>
              <a:rPr sz="2775" spc="225" baseline="26000" dirty="0">
                <a:latin typeface="Tahoma" panose="020B0604030504040204"/>
                <a:cs typeface="Tahoma" panose="020B0604030504040204"/>
              </a:rPr>
              <a:t> </a:t>
            </a:r>
            <a:r>
              <a:rPr sz="2800" spc="-10" dirty="0">
                <a:latin typeface="Tahoma" panose="020B0604030504040204"/>
                <a:cs typeface="Tahoma" panose="020B0604030504040204"/>
              </a:rPr>
              <a:t>ed.), </a:t>
            </a:r>
            <a:r>
              <a:rPr sz="2800" dirty="0">
                <a:latin typeface="Tahoma" panose="020B0604030504040204"/>
                <a:cs typeface="Tahoma" panose="020B0604030504040204"/>
              </a:rPr>
              <a:t>Pearson</a:t>
            </a:r>
            <a:r>
              <a:rPr sz="2800" spc="-25" dirty="0">
                <a:latin typeface="Tahoma" panose="020B0604030504040204"/>
                <a:cs typeface="Tahoma" panose="020B0604030504040204"/>
              </a:rPr>
              <a:t> </a:t>
            </a:r>
            <a:r>
              <a:rPr sz="2800" spc="65" dirty="0">
                <a:latin typeface="Tahoma" panose="020B0604030504040204"/>
                <a:cs typeface="Tahoma" panose="020B0604030504040204"/>
              </a:rPr>
              <a:t>Education</a:t>
            </a:r>
            <a:r>
              <a:rPr sz="2800" spc="-30" dirty="0">
                <a:latin typeface="Tahoma" panose="020B0604030504040204"/>
                <a:cs typeface="Tahoma" panose="020B0604030504040204"/>
              </a:rPr>
              <a:t> </a:t>
            </a:r>
            <a:r>
              <a:rPr sz="2800" spc="-35" dirty="0">
                <a:latin typeface="Tahoma" panose="020B0604030504040204"/>
                <a:cs typeface="Tahoma" panose="020B0604030504040204"/>
              </a:rPr>
              <a:t>India,</a:t>
            </a:r>
            <a:r>
              <a:rPr sz="2800" spc="-125" dirty="0">
                <a:latin typeface="Tahoma" panose="020B0604030504040204"/>
                <a:cs typeface="Tahoma" panose="020B0604030504040204"/>
              </a:rPr>
              <a:t> </a:t>
            </a:r>
            <a:r>
              <a:rPr sz="2800" dirty="0">
                <a:latin typeface="Tahoma" panose="020B0604030504040204"/>
                <a:cs typeface="Tahoma" panose="020B0604030504040204"/>
              </a:rPr>
              <a:t>2018.</a:t>
            </a:r>
            <a:r>
              <a:rPr sz="2800" spc="-160" dirty="0">
                <a:latin typeface="Tahoma" panose="020B0604030504040204"/>
                <a:cs typeface="Tahoma" panose="020B0604030504040204"/>
              </a:rPr>
              <a:t> </a:t>
            </a:r>
            <a:r>
              <a:rPr sz="2800" dirty="0">
                <a:latin typeface="Tahoma" panose="020B0604030504040204"/>
                <a:cs typeface="Tahoma" panose="020B0604030504040204"/>
              </a:rPr>
              <a:t>ISBN</a:t>
            </a:r>
            <a:r>
              <a:rPr sz="2800" spc="-65" dirty="0">
                <a:latin typeface="Tahoma" panose="020B0604030504040204"/>
                <a:cs typeface="Tahoma" panose="020B0604030504040204"/>
              </a:rPr>
              <a:t> </a:t>
            </a:r>
            <a:r>
              <a:rPr sz="2800" dirty="0">
                <a:latin typeface="Tahoma" panose="020B0604030504040204"/>
                <a:cs typeface="Tahoma" panose="020B0604030504040204"/>
              </a:rPr>
              <a:t>978-</a:t>
            </a:r>
            <a:r>
              <a:rPr sz="2800" spc="65" dirty="0">
                <a:latin typeface="Tahoma" panose="020B0604030504040204"/>
                <a:cs typeface="Tahoma" panose="020B0604030504040204"/>
              </a:rPr>
              <a:t>9353060411,</a:t>
            </a:r>
            <a:r>
              <a:rPr sz="2800" spc="-105" dirty="0">
                <a:latin typeface="Tahoma" panose="020B0604030504040204"/>
                <a:cs typeface="Tahoma" panose="020B0604030504040204"/>
              </a:rPr>
              <a:t> </a:t>
            </a:r>
            <a:r>
              <a:rPr sz="2800" spc="-20" dirty="0">
                <a:latin typeface="Tahoma" panose="020B0604030504040204"/>
                <a:cs typeface="Tahoma" panose="020B0604030504040204"/>
              </a:rPr>
              <a:t>ISBN </a:t>
            </a:r>
            <a:r>
              <a:rPr sz="2800" spc="55" dirty="0">
                <a:latin typeface="Tahoma" panose="020B0604030504040204"/>
                <a:cs typeface="Tahoma" panose="020B0604030504040204"/>
              </a:rPr>
              <a:t>9789353060411.</a:t>
            </a:r>
            <a:endParaRPr sz="2800">
              <a:latin typeface="Tahoma" panose="020B0604030504040204"/>
              <a:cs typeface="Tahoma" panose="020B0604030504040204"/>
            </a:endParaRPr>
          </a:p>
          <a:p>
            <a:pPr marL="380365" marR="561975" indent="-343535">
              <a:lnSpc>
                <a:spcPct val="107000"/>
              </a:lnSpc>
              <a:spcBef>
                <a:spcPts val="1015"/>
              </a:spcBef>
              <a:buAutoNum type="arabicParenR"/>
              <a:tabLst>
                <a:tab pos="380365" algn="l"/>
              </a:tabLst>
            </a:pPr>
            <a:r>
              <a:rPr sz="2800" spc="-20" dirty="0">
                <a:latin typeface="Tahoma" panose="020B0604030504040204"/>
                <a:cs typeface="Tahoma" panose="020B0604030504040204"/>
              </a:rPr>
              <a:t>K.</a:t>
            </a:r>
            <a:r>
              <a:rPr sz="2800" spc="-280" dirty="0">
                <a:latin typeface="Tahoma" panose="020B0604030504040204"/>
                <a:cs typeface="Tahoma" panose="020B0604030504040204"/>
              </a:rPr>
              <a:t> </a:t>
            </a:r>
            <a:r>
              <a:rPr sz="2800" spc="75" dirty="0">
                <a:latin typeface="Tahoma" panose="020B0604030504040204"/>
                <a:cs typeface="Tahoma" panose="020B0604030504040204"/>
              </a:rPr>
              <a:t>A.</a:t>
            </a:r>
            <a:r>
              <a:rPr sz="2800" spc="-220" dirty="0">
                <a:latin typeface="Tahoma" panose="020B0604030504040204"/>
                <a:cs typeface="Tahoma" panose="020B0604030504040204"/>
              </a:rPr>
              <a:t> </a:t>
            </a:r>
            <a:r>
              <a:rPr sz="2800" spc="-20" dirty="0">
                <a:latin typeface="Tahoma" panose="020B0604030504040204"/>
                <a:cs typeface="Tahoma" panose="020B0604030504040204"/>
              </a:rPr>
              <a:t>Ross,</a:t>
            </a:r>
            <a:r>
              <a:rPr sz="2800" spc="-229" dirty="0">
                <a:latin typeface="Tahoma" panose="020B0604030504040204"/>
                <a:cs typeface="Tahoma" panose="020B0604030504040204"/>
              </a:rPr>
              <a:t> </a:t>
            </a:r>
            <a:r>
              <a:rPr sz="2800" i="1" spc="-200" dirty="0">
                <a:latin typeface="Verdana" panose="020B0604030504040204"/>
                <a:cs typeface="Verdana" panose="020B0604030504040204"/>
              </a:rPr>
              <a:t>Elementary</a:t>
            </a:r>
            <a:r>
              <a:rPr sz="2800" i="1" spc="-285" dirty="0">
                <a:latin typeface="Verdana" panose="020B0604030504040204"/>
                <a:cs typeface="Verdana" panose="020B0604030504040204"/>
              </a:rPr>
              <a:t> </a:t>
            </a:r>
            <a:r>
              <a:rPr sz="2800" i="1" spc="-200" dirty="0">
                <a:latin typeface="Verdana" panose="020B0604030504040204"/>
                <a:cs typeface="Verdana" panose="020B0604030504040204"/>
              </a:rPr>
              <a:t>Analysis:</a:t>
            </a:r>
            <a:r>
              <a:rPr sz="2800" i="1" spc="-300" dirty="0">
                <a:latin typeface="Verdana" panose="020B0604030504040204"/>
                <a:cs typeface="Verdana" panose="020B0604030504040204"/>
              </a:rPr>
              <a:t> </a:t>
            </a:r>
            <a:r>
              <a:rPr sz="2800" i="1" spc="-175" dirty="0">
                <a:latin typeface="Verdana" panose="020B0604030504040204"/>
                <a:cs typeface="Verdana" panose="020B0604030504040204"/>
              </a:rPr>
              <a:t>The</a:t>
            </a:r>
            <a:r>
              <a:rPr sz="2800" i="1" spc="-305" dirty="0">
                <a:latin typeface="Verdana" panose="020B0604030504040204"/>
                <a:cs typeface="Verdana" panose="020B0604030504040204"/>
              </a:rPr>
              <a:t> </a:t>
            </a:r>
            <a:r>
              <a:rPr sz="2800" i="1" spc="-185" dirty="0">
                <a:latin typeface="Verdana" panose="020B0604030504040204"/>
                <a:cs typeface="Verdana" panose="020B0604030504040204"/>
              </a:rPr>
              <a:t>Theory</a:t>
            </a:r>
            <a:r>
              <a:rPr sz="2800" i="1" spc="-235" dirty="0">
                <a:latin typeface="Verdana" panose="020B0604030504040204"/>
                <a:cs typeface="Verdana" panose="020B0604030504040204"/>
              </a:rPr>
              <a:t> </a:t>
            </a:r>
            <a:r>
              <a:rPr sz="2800" i="1" spc="-114" dirty="0">
                <a:latin typeface="Verdana" panose="020B0604030504040204"/>
                <a:cs typeface="Verdana" panose="020B0604030504040204"/>
              </a:rPr>
              <a:t>of</a:t>
            </a:r>
            <a:r>
              <a:rPr sz="2800" i="1" spc="-170" dirty="0">
                <a:latin typeface="Verdana" panose="020B0604030504040204"/>
                <a:cs typeface="Verdana" panose="020B0604030504040204"/>
              </a:rPr>
              <a:t> </a:t>
            </a:r>
            <a:r>
              <a:rPr sz="2800" i="1" spc="-135" dirty="0">
                <a:latin typeface="Verdana" panose="020B0604030504040204"/>
                <a:cs typeface="Verdana" panose="020B0604030504040204"/>
              </a:rPr>
              <a:t>Calculus</a:t>
            </a:r>
            <a:r>
              <a:rPr sz="2800" i="1" spc="-245" dirty="0">
                <a:latin typeface="Verdana" panose="020B0604030504040204"/>
                <a:cs typeface="Verdana" panose="020B0604030504040204"/>
              </a:rPr>
              <a:t> </a:t>
            </a:r>
            <a:r>
              <a:rPr sz="2800" spc="-20" dirty="0">
                <a:latin typeface="Tahoma" panose="020B0604030504040204"/>
                <a:cs typeface="Tahoma" panose="020B0604030504040204"/>
              </a:rPr>
              <a:t>(2</a:t>
            </a:r>
            <a:r>
              <a:rPr sz="2775" spc="-30" baseline="26000" dirty="0">
                <a:latin typeface="Tahoma" panose="020B0604030504040204"/>
                <a:cs typeface="Tahoma" panose="020B0604030504040204"/>
              </a:rPr>
              <a:t>nd </a:t>
            </a:r>
            <a:r>
              <a:rPr sz="2800" spc="-40" dirty="0">
                <a:latin typeface="Tahoma" panose="020B0604030504040204"/>
                <a:cs typeface="Tahoma" panose="020B0604030504040204"/>
              </a:rPr>
              <a:t>ed.),</a:t>
            </a:r>
            <a:r>
              <a:rPr sz="2800" spc="-130" dirty="0">
                <a:latin typeface="Tahoma" panose="020B0604030504040204"/>
                <a:cs typeface="Tahoma" panose="020B0604030504040204"/>
              </a:rPr>
              <a:t> </a:t>
            </a:r>
            <a:r>
              <a:rPr sz="2800" dirty="0">
                <a:latin typeface="Tahoma" panose="020B0604030504040204"/>
                <a:cs typeface="Tahoma" panose="020B0604030504040204"/>
              </a:rPr>
              <a:t>Springer,</a:t>
            </a:r>
            <a:r>
              <a:rPr sz="2800" spc="-85" dirty="0">
                <a:latin typeface="Tahoma" panose="020B0604030504040204"/>
                <a:cs typeface="Tahoma" panose="020B0604030504040204"/>
              </a:rPr>
              <a:t> </a:t>
            </a:r>
            <a:r>
              <a:rPr sz="2800" dirty="0">
                <a:latin typeface="Tahoma" panose="020B0604030504040204"/>
                <a:cs typeface="Tahoma" panose="020B0604030504040204"/>
              </a:rPr>
              <a:t>2013.</a:t>
            </a:r>
            <a:r>
              <a:rPr sz="2800" spc="-125" dirty="0">
                <a:latin typeface="Tahoma" panose="020B0604030504040204"/>
                <a:cs typeface="Tahoma" panose="020B0604030504040204"/>
              </a:rPr>
              <a:t> </a:t>
            </a:r>
            <a:r>
              <a:rPr sz="2800" dirty="0">
                <a:latin typeface="Tahoma" panose="020B0604030504040204"/>
                <a:cs typeface="Tahoma" panose="020B0604030504040204"/>
              </a:rPr>
              <a:t>ISBN</a:t>
            </a:r>
            <a:r>
              <a:rPr sz="2800" spc="-30" dirty="0">
                <a:latin typeface="Tahoma" panose="020B0604030504040204"/>
                <a:cs typeface="Tahoma" panose="020B0604030504040204"/>
              </a:rPr>
              <a:t> </a:t>
            </a:r>
            <a:r>
              <a:rPr sz="2800" dirty="0">
                <a:latin typeface="Tahoma" panose="020B0604030504040204"/>
                <a:cs typeface="Tahoma" panose="020B0604030504040204"/>
              </a:rPr>
              <a:t>978-</a:t>
            </a:r>
            <a:r>
              <a:rPr sz="2800" spc="65" dirty="0">
                <a:latin typeface="Tahoma" panose="020B0604030504040204"/>
                <a:cs typeface="Tahoma" panose="020B0604030504040204"/>
              </a:rPr>
              <a:t>1493901289,</a:t>
            </a:r>
            <a:r>
              <a:rPr sz="2800" spc="-60" dirty="0">
                <a:latin typeface="Tahoma" panose="020B0604030504040204"/>
                <a:cs typeface="Tahoma" panose="020B0604030504040204"/>
              </a:rPr>
              <a:t> </a:t>
            </a:r>
            <a:r>
              <a:rPr sz="2800" dirty="0">
                <a:latin typeface="Tahoma" panose="020B0604030504040204"/>
                <a:cs typeface="Tahoma" panose="020B0604030504040204"/>
              </a:rPr>
              <a:t>ISBN</a:t>
            </a:r>
            <a:r>
              <a:rPr sz="2800" spc="-15" dirty="0">
                <a:latin typeface="Tahoma" panose="020B0604030504040204"/>
                <a:cs typeface="Tahoma" panose="020B0604030504040204"/>
              </a:rPr>
              <a:t> </a:t>
            </a:r>
            <a:r>
              <a:rPr sz="2800" spc="-20" dirty="0">
                <a:latin typeface="Tahoma" panose="020B0604030504040204"/>
                <a:cs typeface="Tahoma" panose="020B0604030504040204"/>
              </a:rPr>
              <a:t>978-</a:t>
            </a:r>
            <a:endParaRPr sz="2800">
              <a:latin typeface="Tahoma" panose="020B0604030504040204"/>
              <a:cs typeface="Tahoma" panose="020B0604030504040204"/>
            </a:endParaRPr>
          </a:p>
          <a:p>
            <a:pPr marL="380365">
              <a:lnSpc>
                <a:spcPct val="100000"/>
              </a:lnSpc>
              <a:spcBef>
                <a:spcPts val="230"/>
              </a:spcBef>
            </a:pPr>
            <a:r>
              <a:rPr sz="2800" spc="55" dirty="0">
                <a:latin typeface="Tahoma" panose="020B0604030504040204"/>
                <a:cs typeface="Tahoma" panose="020B0604030504040204"/>
              </a:rPr>
              <a:t>1461462705.</a:t>
            </a:r>
            <a:endParaRPr sz="2800">
              <a:latin typeface="Tahoma" panose="020B0604030504040204"/>
              <a:cs typeface="Tahoma" panose="020B0604030504040204"/>
            </a:endParaRPr>
          </a:p>
          <a:p>
            <a:pPr marL="380365" marR="30480" indent="-343535">
              <a:lnSpc>
                <a:spcPct val="107000"/>
              </a:lnSpc>
              <a:spcBef>
                <a:spcPts val="1000"/>
              </a:spcBef>
              <a:buAutoNum type="arabicParenR" startAt="3"/>
              <a:tabLst>
                <a:tab pos="380365" algn="l"/>
              </a:tabLst>
            </a:pPr>
            <a:r>
              <a:rPr sz="2800" dirty="0">
                <a:latin typeface="Tahoma" panose="020B0604030504040204"/>
                <a:cs typeface="Tahoma" panose="020B0604030504040204"/>
              </a:rPr>
              <a:t>Erwin</a:t>
            </a:r>
            <a:r>
              <a:rPr sz="2800" spc="-75" dirty="0">
                <a:latin typeface="Tahoma" panose="020B0604030504040204"/>
                <a:cs typeface="Tahoma" panose="020B0604030504040204"/>
              </a:rPr>
              <a:t> </a:t>
            </a:r>
            <a:r>
              <a:rPr sz="2800" dirty="0">
                <a:latin typeface="Tahoma" panose="020B0604030504040204"/>
                <a:cs typeface="Tahoma" panose="020B0604030504040204"/>
              </a:rPr>
              <a:t>Kreyszig,</a:t>
            </a:r>
            <a:r>
              <a:rPr sz="2800" spc="-165" dirty="0">
                <a:latin typeface="Tahoma" panose="020B0604030504040204"/>
                <a:cs typeface="Tahoma" panose="020B0604030504040204"/>
              </a:rPr>
              <a:t> </a:t>
            </a:r>
            <a:r>
              <a:rPr sz="2800" i="1" spc="-125" dirty="0">
                <a:latin typeface="Verdana" panose="020B0604030504040204"/>
                <a:cs typeface="Verdana" panose="020B0604030504040204"/>
              </a:rPr>
              <a:t>Advanced</a:t>
            </a:r>
            <a:r>
              <a:rPr sz="2800" i="1" spc="-180" dirty="0">
                <a:latin typeface="Verdana" panose="020B0604030504040204"/>
                <a:cs typeface="Verdana" panose="020B0604030504040204"/>
              </a:rPr>
              <a:t> </a:t>
            </a:r>
            <a:r>
              <a:rPr sz="2800" i="1" spc="-120" dirty="0">
                <a:latin typeface="Verdana" panose="020B0604030504040204"/>
                <a:cs typeface="Verdana" panose="020B0604030504040204"/>
              </a:rPr>
              <a:t>Engineering</a:t>
            </a:r>
            <a:r>
              <a:rPr sz="2800" i="1" spc="-180" dirty="0">
                <a:latin typeface="Verdana" panose="020B0604030504040204"/>
                <a:cs typeface="Verdana" panose="020B0604030504040204"/>
              </a:rPr>
              <a:t> </a:t>
            </a:r>
            <a:r>
              <a:rPr sz="2800" i="1" spc="-165" dirty="0">
                <a:latin typeface="Verdana" panose="020B0604030504040204"/>
                <a:cs typeface="Verdana" panose="020B0604030504040204"/>
              </a:rPr>
              <a:t>Mathematics</a:t>
            </a:r>
            <a:r>
              <a:rPr sz="2800" i="1" spc="-135" dirty="0">
                <a:latin typeface="Verdana" panose="020B0604030504040204"/>
                <a:cs typeface="Verdana" panose="020B0604030504040204"/>
              </a:rPr>
              <a:t> </a:t>
            </a:r>
            <a:r>
              <a:rPr sz="2800" dirty="0">
                <a:latin typeface="Tahoma" panose="020B0604030504040204"/>
                <a:cs typeface="Tahoma" panose="020B0604030504040204"/>
              </a:rPr>
              <a:t>(10</a:t>
            </a:r>
            <a:r>
              <a:rPr sz="2775" baseline="26000" dirty="0">
                <a:latin typeface="Tahoma" panose="020B0604030504040204"/>
                <a:cs typeface="Tahoma" panose="020B0604030504040204"/>
              </a:rPr>
              <a:t>th</a:t>
            </a:r>
            <a:r>
              <a:rPr sz="2775" spc="315" baseline="26000" dirty="0">
                <a:latin typeface="Tahoma" panose="020B0604030504040204"/>
                <a:cs typeface="Tahoma" panose="020B0604030504040204"/>
              </a:rPr>
              <a:t> </a:t>
            </a:r>
            <a:r>
              <a:rPr sz="2800" spc="-10" dirty="0">
                <a:latin typeface="Tahoma" panose="020B0604030504040204"/>
                <a:cs typeface="Tahoma" panose="020B0604030504040204"/>
              </a:rPr>
              <a:t>ed.), </a:t>
            </a:r>
            <a:r>
              <a:rPr sz="2800" dirty="0">
                <a:latin typeface="Tahoma" panose="020B0604030504040204"/>
                <a:cs typeface="Tahoma" panose="020B0604030504040204"/>
              </a:rPr>
              <a:t>Wiley,</a:t>
            </a:r>
            <a:r>
              <a:rPr sz="2800" spc="-150" dirty="0">
                <a:latin typeface="Tahoma" panose="020B0604030504040204"/>
                <a:cs typeface="Tahoma" panose="020B0604030504040204"/>
              </a:rPr>
              <a:t> </a:t>
            </a:r>
            <a:r>
              <a:rPr sz="2800" dirty="0">
                <a:latin typeface="Tahoma" panose="020B0604030504040204"/>
                <a:cs typeface="Tahoma" panose="020B0604030504040204"/>
              </a:rPr>
              <a:t>2010.</a:t>
            </a:r>
            <a:r>
              <a:rPr sz="2800" spc="-135" dirty="0">
                <a:latin typeface="Tahoma" panose="020B0604030504040204"/>
                <a:cs typeface="Tahoma" panose="020B0604030504040204"/>
              </a:rPr>
              <a:t> </a:t>
            </a:r>
            <a:r>
              <a:rPr sz="2800" dirty="0">
                <a:latin typeface="Tahoma" panose="020B0604030504040204"/>
                <a:cs typeface="Tahoma" panose="020B0604030504040204"/>
              </a:rPr>
              <a:t>ISBN</a:t>
            </a:r>
            <a:r>
              <a:rPr sz="2800" spc="-15" dirty="0">
                <a:latin typeface="Tahoma" panose="020B0604030504040204"/>
                <a:cs typeface="Tahoma" panose="020B0604030504040204"/>
              </a:rPr>
              <a:t> </a:t>
            </a:r>
            <a:r>
              <a:rPr sz="2800" dirty="0">
                <a:latin typeface="Tahoma" panose="020B0604030504040204"/>
                <a:cs typeface="Tahoma" panose="020B0604030504040204"/>
              </a:rPr>
              <a:t>978-</a:t>
            </a:r>
            <a:r>
              <a:rPr sz="2800" spc="65" dirty="0">
                <a:latin typeface="Tahoma" panose="020B0604030504040204"/>
                <a:cs typeface="Tahoma" panose="020B0604030504040204"/>
              </a:rPr>
              <a:t>8126554232,</a:t>
            </a:r>
            <a:r>
              <a:rPr sz="2800" spc="-70" dirty="0">
                <a:latin typeface="Tahoma" panose="020B0604030504040204"/>
                <a:cs typeface="Tahoma" panose="020B0604030504040204"/>
              </a:rPr>
              <a:t> </a:t>
            </a:r>
            <a:r>
              <a:rPr sz="2800" dirty="0">
                <a:latin typeface="Tahoma" panose="020B0604030504040204"/>
                <a:cs typeface="Tahoma" panose="020B0604030504040204"/>
              </a:rPr>
              <a:t>ISBN</a:t>
            </a:r>
            <a:r>
              <a:rPr sz="2800" spc="-25" dirty="0">
                <a:latin typeface="Tahoma" panose="020B0604030504040204"/>
                <a:cs typeface="Tahoma" panose="020B0604030504040204"/>
              </a:rPr>
              <a:t> </a:t>
            </a:r>
            <a:r>
              <a:rPr sz="2800" spc="55" dirty="0">
                <a:latin typeface="Tahoma" panose="020B0604030504040204"/>
                <a:cs typeface="Tahoma" panose="020B0604030504040204"/>
              </a:rPr>
              <a:t>8126554231.</a:t>
            </a:r>
            <a:endParaRPr sz="2800">
              <a:latin typeface="Tahoma" panose="020B0604030504040204"/>
              <a:cs typeface="Tahoma" panose="020B0604030504040204"/>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04519" y="822363"/>
            <a:ext cx="2605405" cy="603885"/>
          </a:xfrm>
          <a:prstGeom prst="rect">
            <a:avLst/>
          </a:prstGeom>
        </p:spPr>
        <p:txBody>
          <a:bodyPr vert="horz" wrap="square" lIns="0" tIns="12065" rIns="0" bIns="0" rtlCol="0">
            <a:spAutoFit/>
          </a:bodyPr>
          <a:lstStyle/>
          <a:p>
            <a:pPr marL="12700">
              <a:lnSpc>
                <a:spcPct val="100000"/>
              </a:lnSpc>
              <a:spcBef>
                <a:spcPts val="95"/>
              </a:spcBef>
            </a:pPr>
            <a:r>
              <a:rPr spc="-265" dirty="0"/>
              <a:t>References:</a:t>
            </a:r>
          </a:p>
        </p:txBody>
      </p:sp>
      <p:sp>
        <p:nvSpPr>
          <p:cNvPr id="3" name="object 3"/>
          <p:cNvSpPr txBox="1"/>
          <p:nvPr/>
        </p:nvSpPr>
        <p:spPr>
          <a:xfrm>
            <a:off x="604519" y="2629001"/>
            <a:ext cx="10559415" cy="3766185"/>
          </a:xfrm>
          <a:prstGeom prst="rect">
            <a:avLst/>
          </a:prstGeom>
        </p:spPr>
        <p:txBody>
          <a:bodyPr vert="horz" wrap="square" lIns="0" tIns="12700" rIns="0" bIns="0" rtlCol="0">
            <a:spAutoFit/>
          </a:bodyPr>
          <a:lstStyle/>
          <a:p>
            <a:pPr marL="469265" marR="7620" indent="-457200" algn="just">
              <a:lnSpc>
                <a:spcPct val="110000"/>
              </a:lnSpc>
              <a:spcBef>
                <a:spcPts val="100"/>
              </a:spcBef>
              <a:buAutoNum type="arabicParenR"/>
              <a:tabLst>
                <a:tab pos="469265" algn="l"/>
              </a:tabLst>
            </a:pPr>
            <a:r>
              <a:rPr sz="2600" dirty="0">
                <a:latin typeface="Tahoma" panose="020B0604030504040204"/>
                <a:cs typeface="Tahoma" panose="020B0604030504040204"/>
              </a:rPr>
              <a:t>S.</a:t>
            </a:r>
            <a:r>
              <a:rPr sz="2600" spc="150" dirty="0">
                <a:latin typeface="Tahoma" panose="020B0604030504040204"/>
                <a:cs typeface="Tahoma" panose="020B0604030504040204"/>
              </a:rPr>
              <a:t> </a:t>
            </a:r>
            <a:r>
              <a:rPr sz="2600" dirty="0">
                <a:latin typeface="Tahoma" panose="020B0604030504040204"/>
                <a:cs typeface="Tahoma" panose="020B0604030504040204"/>
              </a:rPr>
              <a:t>R.</a:t>
            </a:r>
            <a:r>
              <a:rPr sz="2600" spc="155" dirty="0">
                <a:latin typeface="Tahoma" panose="020B0604030504040204"/>
                <a:cs typeface="Tahoma" panose="020B0604030504040204"/>
              </a:rPr>
              <a:t> </a:t>
            </a:r>
            <a:r>
              <a:rPr sz="2600" spc="135" dirty="0">
                <a:latin typeface="Tahoma" panose="020B0604030504040204"/>
                <a:cs typeface="Tahoma" panose="020B0604030504040204"/>
              </a:rPr>
              <a:t>Ghorpade</a:t>
            </a:r>
            <a:r>
              <a:rPr sz="2600" spc="220" dirty="0">
                <a:latin typeface="Tahoma" panose="020B0604030504040204"/>
                <a:cs typeface="Tahoma" panose="020B0604030504040204"/>
              </a:rPr>
              <a:t> </a:t>
            </a:r>
            <a:r>
              <a:rPr sz="2600" spc="95" dirty="0">
                <a:latin typeface="Tahoma" panose="020B0604030504040204"/>
                <a:cs typeface="Tahoma" panose="020B0604030504040204"/>
              </a:rPr>
              <a:t>and</a:t>
            </a:r>
            <a:r>
              <a:rPr sz="2600" spc="229" dirty="0">
                <a:latin typeface="Tahoma" panose="020B0604030504040204"/>
                <a:cs typeface="Tahoma" panose="020B0604030504040204"/>
              </a:rPr>
              <a:t> </a:t>
            </a:r>
            <a:r>
              <a:rPr sz="2600" dirty="0">
                <a:latin typeface="Tahoma" panose="020B0604030504040204"/>
                <a:cs typeface="Tahoma" panose="020B0604030504040204"/>
              </a:rPr>
              <a:t>B.</a:t>
            </a:r>
            <a:r>
              <a:rPr sz="2600" spc="155" dirty="0">
                <a:latin typeface="Tahoma" panose="020B0604030504040204"/>
                <a:cs typeface="Tahoma" panose="020B0604030504040204"/>
              </a:rPr>
              <a:t> </a:t>
            </a:r>
            <a:r>
              <a:rPr sz="2600" dirty="0">
                <a:latin typeface="Tahoma" panose="020B0604030504040204"/>
                <a:cs typeface="Tahoma" panose="020B0604030504040204"/>
              </a:rPr>
              <a:t>V.</a:t>
            </a:r>
            <a:r>
              <a:rPr sz="2600" spc="155" dirty="0">
                <a:latin typeface="Tahoma" panose="020B0604030504040204"/>
                <a:cs typeface="Tahoma" panose="020B0604030504040204"/>
              </a:rPr>
              <a:t> </a:t>
            </a:r>
            <a:r>
              <a:rPr sz="2600" dirty="0">
                <a:latin typeface="Tahoma" panose="020B0604030504040204"/>
                <a:cs typeface="Tahoma" panose="020B0604030504040204"/>
              </a:rPr>
              <a:t>Limaye,</a:t>
            </a:r>
            <a:r>
              <a:rPr sz="2600" spc="145" dirty="0">
                <a:latin typeface="Tahoma" panose="020B0604030504040204"/>
                <a:cs typeface="Tahoma" panose="020B0604030504040204"/>
              </a:rPr>
              <a:t> </a:t>
            </a:r>
            <a:r>
              <a:rPr sz="2600" spc="250" dirty="0">
                <a:latin typeface="Tahoma" panose="020B0604030504040204"/>
                <a:cs typeface="Tahoma" panose="020B0604030504040204"/>
              </a:rPr>
              <a:t>A</a:t>
            </a:r>
            <a:r>
              <a:rPr sz="2600" spc="190" dirty="0">
                <a:latin typeface="Tahoma" panose="020B0604030504040204"/>
                <a:cs typeface="Tahoma" panose="020B0604030504040204"/>
              </a:rPr>
              <a:t> </a:t>
            </a:r>
            <a:r>
              <a:rPr sz="2600" spc="95" dirty="0">
                <a:latin typeface="Tahoma" panose="020B0604030504040204"/>
                <a:cs typeface="Tahoma" panose="020B0604030504040204"/>
              </a:rPr>
              <a:t>Course</a:t>
            </a:r>
            <a:r>
              <a:rPr sz="2600" spc="225" dirty="0">
                <a:latin typeface="Tahoma" panose="020B0604030504040204"/>
                <a:cs typeface="Tahoma" panose="020B0604030504040204"/>
              </a:rPr>
              <a:t> </a:t>
            </a:r>
            <a:r>
              <a:rPr sz="2600" dirty="0">
                <a:latin typeface="Tahoma" panose="020B0604030504040204"/>
                <a:cs typeface="Tahoma" panose="020B0604030504040204"/>
              </a:rPr>
              <a:t>in</a:t>
            </a:r>
            <a:r>
              <a:rPr sz="2600" spc="240" dirty="0">
                <a:latin typeface="Tahoma" panose="020B0604030504040204"/>
                <a:cs typeface="Tahoma" panose="020B0604030504040204"/>
              </a:rPr>
              <a:t> </a:t>
            </a:r>
            <a:r>
              <a:rPr sz="2600" spc="70" dirty="0">
                <a:latin typeface="Tahoma" panose="020B0604030504040204"/>
                <a:cs typeface="Tahoma" panose="020B0604030504040204"/>
              </a:rPr>
              <a:t>Calculus</a:t>
            </a:r>
            <a:r>
              <a:rPr sz="2600" spc="240" dirty="0">
                <a:latin typeface="Tahoma" panose="020B0604030504040204"/>
                <a:cs typeface="Tahoma" panose="020B0604030504040204"/>
              </a:rPr>
              <a:t> </a:t>
            </a:r>
            <a:r>
              <a:rPr sz="2600" spc="95" dirty="0">
                <a:latin typeface="Tahoma" panose="020B0604030504040204"/>
                <a:cs typeface="Tahoma" panose="020B0604030504040204"/>
              </a:rPr>
              <a:t>and</a:t>
            </a:r>
            <a:r>
              <a:rPr sz="2600" spc="225" dirty="0">
                <a:latin typeface="Tahoma" panose="020B0604030504040204"/>
                <a:cs typeface="Tahoma" panose="020B0604030504040204"/>
              </a:rPr>
              <a:t> </a:t>
            </a:r>
            <a:r>
              <a:rPr sz="2600" spc="-20" dirty="0">
                <a:latin typeface="Tahoma" panose="020B0604030504040204"/>
                <a:cs typeface="Tahoma" panose="020B0604030504040204"/>
              </a:rPr>
              <a:t>Real </a:t>
            </a:r>
            <a:r>
              <a:rPr sz="2600" dirty="0">
                <a:latin typeface="Tahoma" panose="020B0604030504040204"/>
                <a:cs typeface="Tahoma" panose="020B0604030504040204"/>
              </a:rPr>
              <a:t>Analysis,</a:t>
            </a:r>
            <a:r>
              <a:rPr sz="2600" spc="180" dirty="0">
                <a:latin typeface="Tahoma" panose="020B0604030504040204"/>
                <a:cs typeface="Tahoma" panose="020B0604030504040204"/>
              </a:rPr>
              <a:t> </a:t>
            </a:r>
            <a:r>
              <a:rPr sz="2600" dirty="0">
                <a:latin typeface="Tahoma" panose="020B0604030504040204"/>
                <a:cs typeface="Tahoma" panose="020B0604030504040204"/>
              </a:rPr>
              <a:t>Springer-</a:t>
            </a:r>
            <a:r>
              <a:rPr sz="2600" spc="55" dirty="0">
                <a:latin typeface="Tahoma" panose="020B0604030504040204"/>
                <a:cs typeface="Tahoma" panose="020B0604030504040204"/>
              </a:rPr>
              <a:t>Verlag</a:t>
            </a:r>
            <a:r>
              <a:rPr sz="2600" spc="295" dirty="0">
                <a:latin typeface="Tahoma" panose="020B0604030504040204"/>
                <a:cs typeface="Tahoma" panose="020B0604030504040204"/>
              </a:rPr>
              <a:t> </a:t>
            </a:r>
            <a:r>
              <a:rPr sz="2600" spc="120" dirty="0">
                <a:latin typeface="Tahoma" panose="020B0604030504040204"/>
                <a:cs typeface="Tahoma" panose="020B0604030504040204"/>
              </a:rPr>
              <a:t>New</a:t>
            </a:r>
            <a:r>
              <a:rPr sz="2600" spc="300" dirty="0">
                <a:latin typeface="Tahoma" panose="020B0604030504040204"/>
                <a:cs typeface="Tahoma" panose="020B0604030504040204"/>
              </a:rPr>
              <a:t> </a:t>
            </a:r>
            <a:r>
              <a:rPr sz="2600" dirty="0">
                <a:latin typeface="Tahoma" panose="020B0604030504040204"/>
                <a:cs typeface="Tahoma" panose="020B0604030504040204"/>
              </a:rPr>
              <a:t>York,</a:t>
            </a:r>
            <a:r>
              <a:rPr sz="2600" spc="220" dirty="0">
                <a:latin typeface="Tahoma" panose="020B0604030504040204"/>
                <a:cs typeface="Tahoma" panose="020B0604030504040204"/>
              </a:rPr>
              <a:t> </a:t>
            </a:r>
            <a:r>
              <a:rPr sz="2600" dirty="0">
                <a:latin typeface="Tahoma" panose="020B0604030504040204"/>
                <a:cs typeface="Tahoma" panose="020B0604030504040204"/>
              </a:rPr>
              <a:t>2006.</a:t>
            </a:r>
            <a:r>
              <a:rPr sz="2600" spc="225" dirty="0">
                <a:latin typeface="Tahoma" panose="020B0604030504040204"/>
                <a:cs typeface="Tahoma" panose="020B0604030504040204"/>
              </a:rPr>
              <a:t> </a:t>
            </a:r>
            <a:r>
              <a:rPr sz="2600" dirty="0">
                <a:latin typeface="Tahoma" panose="020B0604030504040204"/>
                <a:cs typeface="Tahoma" panose="020B0604030504040204"/>
              </a:rPr>
              <a:t>ISBN</a:t>
            </a:r>
            <a:r>
              <a:rPr sz="2600" spc="300" dirty="0">
                <a:latin typeface="Tahoma" panose="020B0604030504040204"/>
                <a:cs typeface="Tahoma" panose="020B0604030504040204"/>
              </a:rPr>
              <a:t> </a:t>
            </a:r>
            <a:r>
              <a:rPr sz="2600" dirty="0">
                <a:latin typeface="Tahoma" panose="020B0604030504040204"/>
                <a:cs typeface="Tahoma" panose="020B0604030504040204"/>
              </a:rPr>
              <a:t>978-</a:t>
            </a:r>
            <a:r>
              <a:rPr sz="2600" spc="55" dirty="0">
                <a:latin typeface="Tahoma" panose="020B0604030504040204"/>
                <a:cs typeface="Tahoma" panose="020B0604030504040204"/>
              </a:rPr>
              <a:t>0387305301, </a:t>
            </a:r>
            <a:r>
              <a:rPr sz="2600" dirty="0">
                <a:latin typeface="Tahoma" panose="020B0604030504040204"/>
                <a:cs typeface="Tahoma" panose="020B0604030504040204"/>
              </a:rPr>
              <a:t>ISBN</a:t>
            </a:r>
            <a:r>
              <a:rPr sz="2600" spc="-130" dirty="0">
                <a:latin typeface="Tahoma" panose="020B0604030504040204"/>
                <a:cs typeface="Tahoma" panose="020B0604030504040204"/>
              </a:rPr>
              <a:t> </a:t>
            </a:r>
            <a:r>
              <a:rPr sz="2600" spc="55" dirty="0">
                <a:latin typeface="Tahoma" panose="020B0604030504040204"/>
                <a:cs typeface="Tahoma" panose="020B0604030504040204"/>
              </a:rPr>
              <a:t>0387305300.</a:t>
            </a:r>
            <a:endParaRPr sz="2600">
              <a:latin typeface="Tahoma" panose="020B0604030504040204"/>
              <a:cs typeface="Tahoma" panose="020B0604030504040204"/>
            </a:endParaRPr>
          </a:p>
          <a:p>
            <a:pPr marL="469265" marR="5080" indent="-457200" algn="just">
              <a:lnSpc>
                <a:spcPct val="110000"/>
              </a:lnSpc>
              <a:spcBef>
                <a:spcPts val="995"/>
              </a:spcBef>
              <a:buAutoNum type="arabicParenR"/>
              <a:tabLst>
                <a:tab pos="469265" algn="l"/>
              </a:tabLst>
            </a:pPr>
            <a:r>
              <a:rPr sz="2600" spc="70" dirty="0">
                <a:latin typeface="Tahoma" panose="020B0604030504040204"/>
                <a:cs typeface="Tahoma" panose="020B0604030504040204"/>
              </a:rPr>
              <a:t>James</a:t>
            </a:r>
            <a:r>
              <a:rPr sz="2600" spc="-80" dirty="0">
                <a:latin typeface="Tahoma" panose="020B0604030504040204"/>
                <a:cs typeface="Tahoma" panose="020B0604030504040204"/>
              </a:rPr>
              <a:t> </a:t>
            </a:r>
            <a:r>
              <a:rPr sz="2600" spc="-10" dirty="0">
                <a:latin typeface="Tahoma" panose="020B0604030504040204"/>
                <a:cs typeface="Tahoma" panose="020B0604030504040204"/>
              </a:rPr>
              <a:t>Stewart,</a:t>
            </a:r>
            <a:r>
              <a:rPr sz="2600" spc="-155" dirty="0">
                <a:latin typeface="Tahoma" panose="020B0604030504040204"/>
                <a:cs typeface="Tahoma" panose="020B0604030504040204"/>
              </a:rPr>
              <a:t> </a:t>
            </a:r>
            <a:r>
              <a:rPr sz="2600" spc="70" dirty="0">
                <a:latin typeface="Tahoma" panose="020B0604030504040204"/>
                <a:cs typeface="Tahoma" panose="020B0604030504040204"/>
              </a:rPr>
              <a:t>Calculus</a:t>
            </a:r>
            <a:r>
              <a:rPr sz="2600" spc="-85" dirty="0">
                <a:latin typeface="Tahoma" panose="020B0604030504040204"/>
                <a:cs typeface="Tahoma" panose="020B0604030504040204"/>
              </a:rPr>
              <a:t> </a:t>
            </a:r>
            <a:r>
              <a:rPr sz="2600" spc="-10" dirty="0">
                <a:latin typeface="Tahoma" panose="020B0604030504040204"/>
                <a:cs typeface="Tahoma" panose="020B0604030504040204"/>
              </a:rPr>
              <a:t>(7</a:t>
            </a:r>
            <a:r>
              <a:rPr sz="2600" spc="-80" dirty="0">
                <a:latin typeface="Tahoma" panose="020B0604030504040204"/>
                <a:cs typeface="Tahoma" panose="020B0604030504040204"/>
              </a:rPr>
              <a:t> </a:t>
            </a:r>
            <a:r>
              <a:rPr sz="2600" dirty="0">
                <a:latin typeface="Tahoma" panose="020B0604030504040204"/>
                <a:cs typeface="Tahoma" panose="020B0604030504040204"/>
              </a:rPr>
              <a:t>th</a:t>
            </a:r>
            <a:r>
              <a:rPr sz="2600" spc="-80" dirty="0">
                <a:latin typeface="Tahoma" panose="020B0604030504040204"/>
                <a:cs typeface="Tahoma" panose="020B0604030504040204"/>
              </a:rPr>
              <a:t> </a:t>
            </a:r>
            <a:r>
              <a:rPr sz="2600" spc="-25" dirty="0">
                <a:latin typeface="Tahoma" panose="020B0604030504040204"/>
                <a:cs typeface="Tahoma" panose="020B0604030504040204"/>
              </a:rPr>
              <a:t>ed.),</a:t>
            </a:r>
            <a:r>
              <a:rPr sz="2600" spc="-150" dirty="0">
                <a:latin typeface="Tahoma" panose="020B0604030504040204"/>
                <a:cs typeface="Tahoma" panose="020B0604030504040204"/>
              </a:rPr>
              <a:t> </a:t>
            </a:r>
            <a:r>
              <a:rPr sz="2600" spc="60" dirty="0">
                <a:latin typeface="Tahoma" panose="020B0604030504040204"/>
                <a:cs typeface="Tahoma" panose="020B0604030504040204"/>
              </a:rPr>
              <a:t>Brooks</a:t>
            </a:r>
            <a:r>
              <a:rPr sz="2600" spc="-100" dirty="0">
                <a:latin typeface="Tahoma" panose="020B0604030504040204"/>
                <a:cs typeface="Tahoma" panose="020B0604030504040204"/>
              </a:rPr>
              <a:t> </a:t>
            </a:r>
            <a:r>
              <a:rPr sz="2600" spc="150" dirty="0">
                <a:latin typeface="Tahoma" panose="020B0604030504040204"/>
                <a:cs typeface="Tahoma" panose="020B0604030504040204"/>
              </a:rPr>
              <a:t>Cole</a:t>
            </a:r>
            <a:r>
              <a:rPr sz="2600" spc="-85" dirty="0">
                <a:latin typeface="Tahoma" panose="020B0604030504040204"/>
                <a:cs typeface="Tahoma" panose="020B0604030504040204"/>
              </a:rPr>
              <a:t> </a:t>
            </a:r>
            <a:r>
              <a:rPr sz="2600" spc="130" dirty="0">
                <a:latin typeface="Tahoma" panose="020B0604030504040204"/>
                <a:cs typeface="Tahoma" panose="020B0604030504040204"/>
              </a:rPr>
              <a:t>Cengage</a:t>
            </a:r>
            <a:r>
              <a:rPr sz="2600" spc="-75" dirty="0">
                <a:latin typeface="Tahoma" panose="020B0604030504040204"/>
                <a:cs typeface="Tahoma" panose="020B0604030504040204"/>
              </a:rPr>
              <a:t> </a:t>
            </a:r>
            <a:r>
              <a:rPr sz="2600" spc="-10" dirty="0">
                <a:latin typeface="Tahoma" panose="020B0604030504040204"/>
                <a:cs typeface="Tahoma" panose="020B0604030504040204"/>
              </a:rPr>
              <a:t>Learning, </a:t>
            </a:r>
            <a:r>
              <a:rPr sz="2600" dirty="0">
                <a:latin typeface="Tahoma" panose="020B0604030504040204"/>
                <a:cs typeface="Tahoma" panose="020B0604030504040204"/>
              </a:rPr>
              <a:t>2012.</a:t>
            </a:r>
            <a:r>
              <a:rPr sz="2600" spc="-170" dirty="0">
                <a:latin typeface="Tahoma" panose="020B0604030504040204"/>
                <a:cs typeface="Tahoma" panose="020B0604030504040204"/>
              </a:rPr>
              <a:t> </a:t>
            </a:r>
            <a:r>
              <a:rPr sz="2600" dirty="0">
                <a:latin typeface="Tahoma" panose="020B0604030504040204"/>
                <a:cs typeface="Tahoma" panose="020B0604030504040204"/>
              </a:rPr>
              <a:t>ISBN</a:t>
            </a:r>
            <a:r>
              <a:rPr sz="2600" spc="-75" dirty="0">
                <a:latin typeface="Tahoma" panose="020B0604030504040204"/>
                <a:cs typeface="Tahoma" panose="020B0604030504040204"/>
              </a:rPr>
              <a:t> </a:t>
            </a:r>
            <a:r>
              <a:rPr sz="2600" spc="70" dirty="0">
                <a:latin typeface="Tahoma" panose="020B0604030504040204"/>
                <a:cs typeface="Tahoma" panose="020B0604030504040204"/>
              </a:rPr>
              <a:t>9780538497817,</a:t>
            </a:r>
            <a:r>
              <a:rPr sz="2600" spc="-165" dirty="0">
                <a:latin typeface="Tahoma" panose="020B0604030504040204"/>
                <a:cs typeface="Tahoma" panose="020B0604030504040204"/>
              </a:rPr>
              <a:t> </a:t>
            </a:r>
            <a:r>
              <a:rPr sz="2600" dirty="0">
                <a:latin typeface="Tahoma" panose="020B0604030504040204"/>
                <a:cs typeface="Tahoma" panose="020B0604030504040204"/>
              </a:rPr>
              <a:t>ISBN</a:t>
            </a:r>
            <a:r>
              <a:rPr sz="2600" spc="-85" dirty="0">
                <a:latin typeface="Tahoma" panose="020B0604030504040204"/>
                <a:cs typeface="Tahoma" panose="020B0604030504040204"/>
              </a:rPr>
              <a:t> </a:t>
            </a:r>
            <a:r>
              <a:rPr sz="2600" spc="55" dirty="0">
                <a:latin typeface="Tahoma" panose="020B0604030504040204"/>
                <a:cs typeface="Tahoma" panose="020B0604030504040204"/>
              </a:rPr>
              <a:t>0538497815.</a:t>
            </a:r>
            <a:endParaRPr sz="2600">
              <a:latin typeface="Tahoma" panose="020B0604030504040204"/>
              <a:cs typeface="Tahoma" panose="020B0604030504040204"/>
            </a:endParaRPr>
          </a:p>
          <a:p>
            <a:pPr marL="469265" marR="15875" indent="-457200" algn="just">
              <a:lnSpc>
                <a:spcPct val="110000"/>
              </a:lnSpc>
              <a:spcBef>
                <a:spcPts val="995"/>
              </a:spcBef>
              <a:buAutoNum type="arabicParenR"/>
              <a:tabLst>
                <a:tab pos="469265" algn="l"/>
              </a:tabLst>
            </a:pPr>
            <a:r>
              <a:rPr sz="2600" spc="50" dirty="0">
                <a:latin typeface="Tahoma" panose="020B0604030504040204"/>
                <a:cs typeface="Tahoma" panose="020B0604030504040204"/>
              </a:rPr>
              <a:t>Robert</a:t>
            </a:r>
            <a:r>
              <a:rPr sz="2600" spc="-35" dirty="0">
                <a:latin typeface="Tahoma" panose="020B0604030504040204"/>
                <a:cs typeface="Tahoma" panose="020B0604030504040204"/>
              </a:rPr>
              <a:t>  </a:t>
            </a:r>
            <a:r>
              <a:rPr sz="2600" spc="75" dirty="0">
                <a:latin typeface="Tahoma" panose="020B0604030504040204"/>
                <a:cs typeface="Tahoma" panose="020B0604030504040204"/>
              </a:rPr>
              <a:t>G.</a:t>
            </a:r>
            <a:r>
              <a:rPr sz="2600" spc="-65" dirty="0">
                <a:latin typeface="Tahoma" panose="020B0604030504040204"/>
                <a:cs typeface="Tahoma" panose="020B0604030504040204"/>
              </a:rPr>
              <a:t>  </a:t>
            </a:r>
            <a:r>
              <a:rPr sz="2600" dirty="0">
                <a:latin typeface="Tahoma" panose="020B0604030504040204"/>
                <a:cs typeface="Tahoma" panose="020B0604030504040204"/>
              </a:rPr>
              <a:t>Bartle</a:t>
            </a:r>
            <a:r>
              <a:rPr sz="2600" spc="-30" dirty="0">
                <a:latin typeface="Tahoma" panose="020B0604030504040204"/>
                <a:cs typeface="Tahoma" panose="020B0604030504040204"/>
              </a:rPr>
              <a:t>  </a:t>
            </a:r>
            <a:r>
              <a:rPr sz="2600" spc="85" dirty="0">
                <a:latin typeface="Tahoma" panose="020B0604030504040204"/>
                <a:cs typeface="Tahoma" panose="020B0604030504040204"/>
              </a:rPr>
              <a:t>and</a:t>
            </a:r>
            <a:r>
              <a:rPr sz="2600" spc="-35" dirty="0">
                <a:latin typeface="Tahoma" panose="020B0604030504040204"/>
                <a:cs typeface="Tahoma" panose="020B0604030504040204"/>
              </a:rPr>
              <a:t>  </a:t>
            </a:r>
            <a:r>
              <a:rPr sz="2600" spc="120" dirty="0">
                <a:latin typeface="Tahoma" panose="020B0604030504040204"/>
                <a:cs typeface="Tahoma" panose="020B0604030504040204"/>
              </a:rPr>
              <a:t>Donald</a:t>
            </a:r>
            <a:r>
              <a:rPr sz="2600" spc="-35" dirty="0">
                <a:latin typeface="Tahoma" panose="020B0604030504040204"/>
                <a:cs typeface="Tahoma" panose="020B0604030504040204"/>
              </a:rPr>
              <a:t>  </a:t>
            </a:r>
            <a:r>
              <a:rPr sz="2600" dirty="0">
                <a:latin typeface="Tahoma" panose="020B0604030504040204"/>
                <a:cs typeface="Tahoma" panose="020B0604030504040204"/>
              </a:rPr>
              <a:t>R.</a:t>
            </a:r>
            <a:r>
              <a:rPr sz="2600" spc="-65" dirty="0">
                <a:latin typeface="Tahoma" panose="020B0604030504040204"/>
                <a:cs typeface="Tahoma" panose="020B0604030504040204"/>
              </a:rPr>
              <a:t>  </a:t>
            </a:r>
            <a:r>
              <a:rPr sz="2600" dirty="0">
                <a:latin typeface="Tahoma" panose="020B0604030504040204"/>
                <a:cs typeface="Tahoma" panose="020B0604030504040204"/>
              </a:rPr>
              <a:t>Sherbert,</a:t>
            </a:r>
            <a:r>
              <a:rPr sz="2600" spc="-80" dirty="0">
                <a:latin typeface="Tahoma" panose="020B0604030504040204"/>
                <a:cs typeface="Tahoma" panose="020B0604030504040204"/>
              </a:rPr>
              <a:t>  </a:t>
            </a:r>
            <a:r>
              <a:rPr sz="2600" dirty="0">
                <a:latin typeface="Tahoma" panose="020B0604030504040204"/>
                <a:cs typeface="Tahoma" panose="020B0604030504040204"/>
              </a:rPr>
              <a:t>Introduction</a:t>
            </a:r>
            <a:r>
              <a:rPr sz="2600" spc="-30" dirty="0">
                <a:latin typeface="Tahoma" panose="020B0604030504040204"/>
                <a:cs typeface="Tahoma" panose="020B0604030504040204"/>
              </a:rPr>
              <a:t>  </a:t>
            </a:r>
            <a:r>
              <a:rPr sz="2600" spc="55" dirty="0">
                <a:latin typeface="Tahoma" panose="020B0604030504040204"/>
                <a:cs typeface="Tahoma" panose="020B0604030504040204"/>
              </a:rPr>
              <a:t>to</a:t>
            </a:r>
            <a:r>
              <a:rPr sz="2600" spc="-30" dirty="0">
                <a:latin typeface="Tahoma" panose="020B0604030504040204"/>
                <a:cs typeface="Tahoma" panose="020B0604030504040204"/>
              </a:rPr>
              <a:t>  </a:t>
            </a:r>
            <a:r>
              <a:rPr sz="2600" spc="-20" dirty="0">
                <a:latin typeface="Tahoma" panose="020B0604030504040204"/>
                <a:cs typeface="Tahoma" panose="020B0604030504040204"/>
              </a:rPr>
              <a:t>Real </a:t>
            </a:r>
            <a:r>
              <a:rPr sz="2600" dirty="0">
                <a:latin typeface="Tahoma" panose="020B0604030504040204"/>
                <a:cs typeface="Tahoma" panose="020B0604030504040204"/>
              </a:rPr>
              <a:t>Analysis</a:t>
            </a:r>
            <a:r>
              <a:rPr sz="2600" spc="60" dirty="0">
                <a:latin typeface="Tahoma" panose="020B0604030504040204"/>
                <a:cs typeface="Tahoma" panose="020B0604030504040204"/>
              </a:rPr>
              <a:t>  </a:t>
            </a:r>
            <a:r>
              <a:rPr sz="2600" dirty="0">
                <a:latin typeface="Tahoma" panose="020B0604030504040204"/>
                <a:cs typeface="Tahoma" panose="020B0604030504040204"/>
              </a:rPr>
              <a:t>(4</a:t>
            </a:r>
            <a:r>
              <a:rPr sz="2600" spc="65" dirty="0">
                <a:latin typeface="Tahoma" panose="020B0604030504040204"/>
                <a:cs typeface="Tahoma" panose="020B0604030504040204"/>
              </a:rPr>
              <a:t>  </a:t>
            </a:r>
            <a:r>
              <a:rPr sz="2600" dirty="0">
                <a:latin typeface="Tahoma" panose="020B0604030504040204"/>
                <a:cs typeface="Tahoma" panose="020B0604030504040204"/>
              </a:rPr>
              <a:t>th</a:t>
            </a:r>
            <a:r>
              <a:rPr sz="2600" spc="70" dirty="0">
                <a:latin typeface="Tahoma" panose="020B0604030504040204"/>
                <a:cs typeface="Tahoma" panose="020B0604030504040204"/>
              </a:rPr>
              <a:t>  </a:t>
            </a:r>
            <a:r>
              <a:rPr sz="2600" dirty="0">
                <a:latin typeface="Tahoma" panose="020B0604030504040204"/>
                <a:cs typeface="Tahoma" panose="020B0604030504040204"/>
              </a:rPr>
              <a:t>ed.),</a:t>
            </a:r>
            <a:r>
              <a:rPr sz="2600" spc="25" dirty="0">
                <a:latin typeface="Tahoma" panose="020B0604030504040204"/>
                <a:cs typeface="Tahoma" panose="020B0604030504040204"/>
              </a:rPr>
              <a:t>  </a:t>
            </a:r>
            <a:r>
              <a:rPr sz="2600" dirty="0">
                <a:latin typeface="Tahoma" panose="020B0604030504040204"/>
                <a:cs typeface="Tahoma" panose="020B0604030504040204"/>
              </a:rPr>
              <a:t>Wiley,</a:t>
            </a:r>
            <a:r>
              <a:rPr sz="2600" spc="20" dirty="0">
                <a:latin typeface="Tahoma" panose="020B0604030504040204"/>
                <a:cs typeface="Tahoma" panose="020B0604030504040204"/>
              </a:rPr>
              <a:t>  </a:t>
            </a:r>
            <a:r>
              <a:rPr sz="2600" dirty="0">
                <a:latin typeface="Tahoma" panose="020B0604030504040204"/>
                <a:cs typeface="Tahoma" panose="020B0604030504040204"/>
              </a:rPr>
              <a:t>2014.</a:t>
            </a:r>
            <a:r>
              <a:rPr sz="2600" spc="25" dirty="0">
                <a:latin typeface="Tahoma" panose="020B0604030504040204"/>
                <a:cs typeface="Tahoma" panose="020B0604030504040204"/>
              </a:rPr>
              <a:t>  </a:t>
            </a:r>
            <a:r>
              <a:rPr sz="2600" dirty="0">
                <a:latin typeface="Tahoma" panose="020B0604030504040204"/>
                <a:cs typeface="Tahoma" panose="020B0604030504040204"/>
              </a:rPr>
              <a:t>ISBN</a:t>
            </a:r>
            <a:r>
              <a:rPr sz="2600" spc="65" dirty="0">
                <a:latin typeface="Tahoma" panose="020B0604030504040204"/>
                <a:cs typeface="Tahoma" panose="020B0604030504040204"/>
              </a:rPr>
              <a:t>  </a:t>
            </a:r>
            <a:r>
              <a:rPr sz="2600" dirty="0">
                <a:latin typeface="Tahoma" panose="020B0604030504040204"/>
                <a:cs typeface="Tahoma" panose="020B0604030504040204"/>
              </a:rPr>
              <a:t>978-</a:t>
            </a:r>
            <a:r>
              <a:rPr sz="2600" spc="65" dirty="0">
                <a:latin typeface="Tahoma" panose="020B0604030504040204"/>
                <a:cs typeface="Tahoma" panose="020B0604030504040204"/>
              </a:rPr>
              <a:t>8126551811,</a:t>
            </a:r>
            <a:r>
              <a:rPr sz="2600" spc="25" dirty="0">
                <a:latin typeface="Tahoma" panose="020B0604030504040204"/>
                <a:cs typeface="Tahoma" panose="020B0604030504040204"/>
              </a:rPr>
              <a:t>  </a:t>
            </a:r>
            <a:r>
              <a:rPr sz="2600" spc="-20" dirty="0">
                <a:latin typeface="Tahoma" panose="020B0604030504040204"/>
                <a:cs typeface="Tahoma" panose="020B0604030504040204"/>
              </a:rPr>
              <a:t>ISBN </a:t>
            </a:r>
            <a:r>
              <a:rPr sz="2600" spc="60" dirty="0">
                <a:latin typeface="Tahoma" panose="020B0604030504040204"/>
                <a:cs typeface="Tahoma" panose="020B0604030504040204"/>
              </a:rPr>
              <a:t>812655181X.</a:t>
            </a:r>
            <a:endParaRPr sz="2600">
              <a:latin typeface="Tahoma" panose="020B0604030504040204"/>
              <a:cs typeface="Tahoma" panose="020B0604030504040204"/>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439360" rIns="0" bIns="0" rtlCol="0">
            <a:spAutoFit/>
          </a:bodyPr>
          <a:lstStyle/>
          <a:p>
            <a:pPr marL="12700">
              <a:lnSpc>
                <a:spcPct val="100000"/>
              </a:lnSpc>
              <a:spcBef>
                <a:spcPts val="95"/>
              </a:spcBef>
            </a:pPr>
            <a:r>
              <a:rPr spc="-280" dirty="0"/>
              <a:t>Evaluation</a:t>
            </a:r>
            <a:r>
              <a:rPr spc="-95" dirty="0"/>
              <a:t> </a:t>
            </a:r>
            <a:r>
              <a:rPr spc="-270" dirty="0"/>
              <a:t>Policy:</a:t>
            </a:r>
          </a:p>
        </p:txBody>
      </p:sp>
      <p:graphicFrame>
        <p:nvGraphicFramePr>
          <p:cNvPr id="3" name="object 3"/>
          <p:cNvGraphicFramePr>
            <a:graphicFrameLocks noGrp="1"/>
          </p:cNvGraphicFramePr>
          <p:nvPr>
            <p:extLst>
              <p:ext uri="{D42A27DB-BD31-4B8C-83A1-F6EECF244321}">
                <p14:modId xmlns:p14="http://schemas.microsoft.com/office/powerpoint/2010/main" val="1166189494"/>
              </p:ext>
            </p:extLst>
          </p:nvPr>
        </p:nvGraphicFramePr>
        <p:xfrm>
          <a:off x="606425" y="2464180"/>
          <a:ext cx="9770110" cy="3129280"/>
        </p:xfrm>
        <a:graphic>
          <a:graphicData uri="http://schemas.openxmlformats.org/drawingml/2006/table">
            <a:tbl>
              <a:tblPr firstRow="1" bandRow="1">
                <a:tableStyleId>{2D5ABB26-0587-4C30-8999-92F81FD0307C}</a:tableStyleId>
              </a:tblPr>
              <a:tblGrid>
                <a:gridCol w="5082540">
                  <a:extLst>
                    <a:ext uri="{9D8B030D-6E8A-4147-A177-3AD203B41FA5}">
                      <a16:colId xmlns:a16="http://schemas.microsoft.com/office/drawing/2014/main" val="20000"/>
                    </a:ext>
                  </a:extLst>
                </a:gridCol>
                <a:gridCol w="4687570">
                  <a:extLst>
                    <a:ext uri="{9D8B030D-6E8A-4147-A177-3AD203B41FA5}">
                      <a16:colId xmlns:a16="http://schemas.microsoft.com/office/drawing/2014/main" val="20001"/>
                    </a:ext>
                  </a:extLst>
                </a:gridCol>
              </a:tblGrid>
              <a:tr h="503555">
                <a:tc>
                  <a:txBody>
                    <a:bodyPr/>
                    <a:lstStyle/>
                    <a:p>
                      <a:pPr marR="332740" algn="ctr">
                        <a:lnSpc>
                          <a:spcPct val="100000"/>
                        </a:lnSpc>
                        <a:spcBef>
                          <a:spcPts val="305"/>
                        </a:spcBef>
                      </a:pPr>
                      <a:r>
                        <a:rPr sz="1800" b="1" spc="-30" dirty="0">
                          <a:solidFill>
                            <a:srgbClr val="FFFFFF"/>
                          </a:solidFill>
                          <a:latin typeface="Tahoma" panose="020B0604030504040204"/>
                          <a:cs typeface="Tahoma" panose="020B0604030504040204"/>
                        </a:rPr>
                        <a:t>Components</a:t>
                      </a:r>
                      <a:r>
                        <a:rPr sz="1800" b="1" spc="-45" dirty="0">
                          <a:solidFill>
                            <a:srgbClr val="FFFFFF"/>
                          </a:solidFill>
                          <a:latin typeface="Tahoma" panose="020B0604030504040204"/>
                          <a:cs typeface="Tahoma" panose="020B0604030504040204"/>
                        </a:rPr>
                        <a:t> </a:t>
                      </a:r>
                      <a:r>
                        <a:rPr sz="1800" b="1" dirty="0">
                          <a:solidFill>
                            <a:srgbClr val="FFFFFF"/>
                          </a:solidFill>
                          <a:latin typeface="Tahoma" panose="020B0604030504040204"/>
                          <a:cs typeface="Tahoma" panose="020B0604030504040204"/>
                        </a:rPr>
                        <a:t>of</a:t>
                      </a:r>
                      <a:r>
                        <a:rPr sz="1800" b="1" spc="-30" dirty="0">
                          <a:solidFill>
                            <a:srgbClr val="FFFFFF"/>
                          </a:solidFill>
                          <a:latin typeface="Tahoma" panose="020B0604030504040204"/>
                          <a:cs typeface="Tahoma" panose="020B0604030504040204"/>
                        </a:rPr>
                        <a:t> </a:t>
                      </a:r>
                      <a:r>
                        <a:rPr sz="1800" b="1" spc="-50" dirty="0">
                          <a:solidFill>
                            <a:srgbClr val="FFFFFF"/>
                          </a:solidFill>
                          <a:latin typeface="Tahoma" panose="020B0604030504040204"/>
                          <a:cs typeface="Tahoma" panose="020B0604030504040204"/>
                        </a:rPr>
                        <a:t>course</a:t>
                      </a:r>
                      <a:r>
                        <a:rPr sz="1800" b="1" spc="-75" dirty="0">
                          <a:solidFill>
                            <a:srgbClr val="FFFFFF"/>
                          </a:solidFill>
                          <a:latin typeface="Tahoma" panose="020B0604030504040204"/>
                          <a:cs typeface="Tahoma" panose="020B0604030504040204"/>
                        </a:rPr>
                        <a:t> </a:t>
                      </a:r>
                      <a:r>
                        <a:rPr sz="1800" b="1" spc="-10" dirty="0">
                          <a:solidFill>
                            <a:srgbClr val="FFFFFF"/>
                          </a:solidFill>
                          <a:latin typeface="Tahoma" panose="020B0604030504040204"/>
                          <a:cs typeface="Tahoma" panose="020B0604030504040204"/>
                        </a:rPr>
                        <a:t>evaluation</a:t>
                      </a:r>
                      <a:endParaRPr sz="1800">
                        <a:latin typeface="Tahoma" panose="020B0604030504040204"/>
                        <a:cs typeface="Tahoma" panose="020B0604030504040204"/>
                      </a:endParaRPr>
                    </a:p>
                  </a:txBody>
                  <a:tcPr marL="0" marR="0" marT="38735" marB="0">
                    <a:lnL w="6350">
                      <a:solidFill>
                        <a:srgbClr val="BD9A85"/>
                      </a:solidFill>
                      <a:prstDash val="solid"/>
                    </a:lnL>
                    <a:solidFill>
                      <a:srgbClr val="BD9A85"/>
                    </a:solidFill>
                  </a:tcPr>
                </a:tc>
                <a:tc>
                  <a:txBody>
                    <a:bodyPr/>
                    <a:lstStyle/>
                    <a:p>
                      <a:pPr marR="329565" algn="ctr">
                        <a:lnSpc>
                          <a:spcPct val="100000"/>
                        </a:lnSpc>
                        <a:spcBef>
                          <a:spcPts val="305"/>
                        </a:spcBef>
                      </a:pPr>
                      <a:r>
                        <a:rPr sz="1800" b="1" spc="-35" dirty="0">
                          <a:solidFill>
                            <a:srgbClr val="FFFFFF"/>
                          </a:solidFill>
                          <a:latin typeface="Tahoma" panose="020B0604030504040204"/>
                          <a:cs typeface="Tahoma" panose="020B0604030504040204"/>
                        </a:rPr>
                        <a:t>Distribution</a:t>
                      </a:r>
                      <a:r>
                        <a:rPr sz="1800" b="1" spc="-15" dirty="0">
                          <a:solidFill>
                            <a:srgbClr val="FFFFFF"/>
                          </a:solidFill>
                          <a:latin typeface="Tahoma" panose="020B0604030504040204"/>
                          <a:cs typeface="Tahoma" panose="020B0604030504040204"/>
                        </a:rPr>
                        <a:t> </a:t>
                      </a:r>
                      <a:r>
                        <a:rPr sz="1800" b="1" spc="-10" dirty="0">
                          <a:solidFill>
                            <a:srgbClr val="FFFFFF"/>
                          </a:solidFill>
                          <a:latin typeface="Tahoma" panose="020B0604030504040204"/>
                          <a:cs typeface="Tahoma" panose="020B0604030504040204"/>
                        </a:rPr>
                        <a:t>percentage</a:t>
                      </a:r>
                      <a:endParaRPr sz="1800">
                        <a:latin typeface="Tahoma" panose="020B0604030504040204"/>
                        <a:cs typeface="Tahoma" panose="020B0604030504040204"/>
                      </a:endParaRPr>
                    </a:p>
                  </a:txBody>
                  <a:tcPr marL="0" marR="0" marT="38735" marB="0">
                    <a:lnR w="6350">
                      <a:solidFill>
                        <a:srgbClr val="BD9A85"/>
                      </a:solidFill>
                      <a:prstDash val="solid"/>
                    </a:lnR>
                    <a:solidFill>
                      <a:srgbClr val="BD9A85"/>
                    </a:solidFill>
                  </a:tcPr>
                </a:tc>
                <a:extLst>
                  <a:ext uri="{0D108BD9-81ED-4DB2-BD59-A6C34878D82A}">
                    <a16:rowId xmlns:a16="http://schemas.microsoft.com/office/drawing/2014/main" val="10000"/>
                  </a:ext>
                </a:extLst>
              </a:tr>
              <a:tr h="494030">
                <a:tc>
                  <a:txBody>
                    <a:bodyPr/>
                    <a:lstStyle/>
                    <a:p>
                      <a:pPr marR="331470" algn="ctr">
                        <a:lnSpc>
                          <a:spcPct val="100000"/>
                        </a:lnSpc>
                        <a:spcBef>
                          <a:spcPts val="255"/>
                        </a:spcBef>
                      </a:pPr>
                      <a:r>
                        <a:rPr sz="1800" spc="50" dirty="0">
                          <a:latin typeface="Tahoma" panose="020B0604030504040204"/>
                          <a:cs typeface="Tahoma" panose="020B0604030504040204"/>
                        </a:rPr>
                        <a:t>Quiz</a:t>
                      </a:r>
                      <a:endParaRPr sz="1800">
                        <a:latin typeface="Tahoma" panose="020B0604030504040204"/>
                        <a:cs typeface="Tahoma" panose="020B0604030504040204"/>
                      </a:endParaRPr>
                    </a:p>
                  </a:txBody>
                  <a:tcPr marL="0" marR="0" marT="32384" marB="0">
                    <a:lnL w="6350">
                      <a:solidFill>
                        <a:srgbClr val="BD9A85"/>
                      </a:solidFill>
                      <a:prstDash val="solid"/>
                    </a:lnL>
                    <a:lnB w="6350">
                      <a:solidFill>
                        <a:srgbClr val="BD9A85"/>
                      </a:solidFill>
                      <a:prstDash val="solid"/>
                    </a:lnB>
                  </a:tcPr>
                </a:tc>
                <a:tc>
                  <a:txBody>
                    <a:bodyPr/>
                    <a:lstStyle/>
                    <a:p>
                      <a:pPr marR="333375" algn="ctr">
                        <a:lnSpc>
                          <a:spcPct val="100000"/>
                        </a:lnSpc>
                        <a:spcBef>
                          <a:spcPts val="255"/>
                        </a:spcBef>
                      </a:pPr>
                      <a:r>
                        <a:rPr sz="1800" spc="-25" dirty="0">
                          <a:latin typeface="Tahoma" panose="020B0604030504040204"/>
                          <a:cs typeface="Tahoma" panose="020B0604030504040204"/>
                        </a:rPr>
                        <a:t>10</a:t>
                      </a:r>
                      <a:endParaRPr sz="1800">
                        <a:latin typeface="Tahoma" panose="020B0604030504040204"/>
                        <a:cs typeface="Tahoma" panose="020B0604030504040204"/>
                      </a:endParaRPr>
                    </a:p>
                  </a:txBody>
                  <a:tcPr marL="0" marR="0" marT="32384" marB="0">
                    <a:lnR w="6350">
                      <a:solidFill>
                        <a:srgbClr val="BD9A85"/>
                      </a:solidFill>
                      <a:prstDash val="solid"/>
                    </a:lnR>
                    <a:lnB w="6350">
                      <a:solidFill>
                        <a:srgbClr val="BD9A85"/>
                      </a:solidFill>
                      <a:prstDash val="solid"/>
                    </a:lnB>
                  </a:tcPr>
                </a:tc>
                <a:extLst>
                  <a:ext uri="{0D108BD9-81ED-4DB2-BD59-A6C34878D82A}">
                    <a16:rowId xmlns:a16="http://schemas.microsoft.com/office/drawing/2014/main" val="10001"/>
                  </a:ext>
                </a:extLst>
              </a:tr>
              <a:tr h="497205">
                <a:tc>
                  <a:txBody>
                    <a:bodyPr/>
                    <a:lstStyle/>
                    <a:p>
                      <a:pPr marR="334645" algn="ctr">
                        <a:lnSpc>
                          <a:spcPct val="100000"/>
                        </a:lnSpc>
                        <a:spcBef>
                          <a:spcPts val="280"/>
                        </a:spcBef>
                      </a:pPr>
                      <a:r>
                        <a:rPr sz="1800" spc="125" dirty="0">
                          <a:latin typeface="Tahoma" panose="020B0604030504040204"/>
                          <a:cs typeface="Tahoma" panose="020B0604030504040204"/>
                        </a:rPr>
                        <a:t>Mid</a:t>
                      </a:r>
                      <a:r>
                        <a:rPr sz="1800" spc="-140" dirty="0">
                          <a:latin typeface="Tahoma" panose="020B0604030504040204"/>
                          <a:cs typeface="Tahoma" panose="020B0604030504040204"/>
                        </a:rPr>
                        <a:t> </a:t>
                      </a:r>
                      <a:r>
                        <a:rPr sz="1800" spc="-20" dirty="0">
                          <a:latin typeface="Tahoma" panose="020B0604030504040204"/>
                          <a:cs typeface="Tahoma" panose="020B0604030504040204"/>
                        </a:rPr>
                        <a:t>Term</a:t>
                      </a:r>
                      <a:r>
                        <a:rPr sz="1800" spc="-120" dirty="0">
                          <a:latin typeface="Tahoma" panose="020B0604030504040204"/>
                          <a:cs typeface="Tahoma" panose="020B0604030504040204"/>
                        </a:rPr>
                        <a:t> </a:t>
                      </a:r>
                      <a:r>
                        <a:rPr sz="1800" spc="-10" dirty="0">
                          <a:latin typeface="Tahoma" panose="020B0604030504040204"/>
                          <a:cs typeface="Tahoma" panose="020B0604030504040204"/>
                        </a:rPr>
                        <a:t>Examination</a:t>
                      </a:r>
                      <a:endParaRPr sz="1800">
                        <a:latin typeface="Tahoma" panose="020B0604030504040204"/>
                        <a:cs typeface="Tahoma" panose="020B0604030504040204"/>
                      </a:endParaRPr>
                    </a:p>
                  </a:txBody>
                  <a:tcPr marL="0" marR="0" marT="35560" marB="0">
                    <a:lnL w="6350">
                      <a:solidFill>
                        <a:srgbClr val="BD9A85"/>
                      </a:solidFill>
                      <a:prstDash val="solid"/>
                    </a:lnL>
                    <a:lnT w="6350">
                      <a:solidFill>
                        <a:srgbClr val="BD9A85"/>
                      </a:solidFill>
                      <a:prstDash val="solid"/>
                    </a:lnT>
                    <a:lnB w="6350">
                      <a:solidFill>
                        <a:srgbClr val="BD9A85"/>
                      </a:solidFill>
                      <a:prstDash val="solid"/>
                    </a:lnB>
                  </a:tcPr>
                </a:tc>
                <a:tc>
                  <a:txBody>
                    <a:bodyPr/>
                    <a:lstStyle/>
                    <a:p>
                      <a:pPr marR="333375" algn="ctr">
                        <a:lnSpc>
                          <a:spcPct val="100000"/>
                        </a:lnSpc>
                        <a:spcBef>
                          <a:spcPts val="280"/>
                        </a:spcBef>
                      </a:pPr>
                      <a:r>
                        <a:rPr lang="en-US" sz="1800">
                          <a:latin typeface="Tahoma" panose="020B0604030504040204"/>
                          <a:cs typeface="Tahoma" panose="020B0604030504040204"/>
                        </a:rPr>
                        <a:t>20</a:t>
                      </a:r>
                    </a:p>
                  </a:txBody>
                  <a:tcPr marL="0" marR="0" marT="35560" marB="0">
                    <a:lnR w="6350">
                      <a:solidFill>
                        <a:srgbClr val="BD9A85"/>
                      </a:solidFill>
                      <a:prstDash val="solid"/>
                    </a:lnR>
                    <a:lnT w="6350">
                      <a:solidFill>
                        <a:srgbClr val="BD9A85"/>
                      </a:solidFill>
                      <a:prstDash val="solid"/>
                    </a:lnT>
                    <a:lnB w="6350">
                      <a:solidFill>
                        <a:srgbClr val="BD9A85"/>
                      </a:solidFill>
                      <a:prstDash val="solid"/>
                    </a:lnB>
                  </a:tcPr>
                </a:tc>
                <a:extLst>
                  <a:ext uri="{0D108BD9-81ED-4DB2-BD59-A6C34878D82A}">
                    <a16:rowId xmlns:a16="http://schemas.microsoft.com/office/drawing/2014/main" val="10002"/>
                  </a:ext>
                </a:extLst>
              </a:tr>
              <a:tr h="497205">
                <a:tc>
                  <a:txBody>
                    <a:bodyPr/>
                    <a:lstStyle/>
                    <a:p>
                      <a:pPr marR="332740" algn="ctr">
                        <a:lnSpc>
                          <a:spcPct val="100000"/>
                        </a:lnSpc>
                        <a:spcBef>
                          <a:spcPts val="280"/>
                        </a:spcBef>
                      </a:pPr>
                      <a:r>
                        <a:rPr sz="1800" spc="-10" dirty="0">
                          <a:latin typeface="Tahoma" panose="020B0604030504040204"/>
                          <a:cs typeface="Tahoma" panose="020B0604030504040204"/>
                        </a:rPr>
                        <a:t>Certification</a:t>
                      </a:r>
                      <a:endParaRPr sz="1800">
                        <a:latin typeface="Tahoma" panose="020B0604030504040204"/>
                        <a:cs typeface="Tahoma" panose="020B0604030504040204"/>
                      </a:endParaRPr>
                    </a:p>
                  </a:txBody>
                  <a:tcPr marL="0" marR="0" marT="35560" marB="0">
                    <a:lnL w="6350">
                      <a:solidFill>
                        <a:srgbClr val="BD9A85"/>
                      </a:solidFill>
                      <a:prstDash val="solid"/>
                    </a:lnL>
                    <a:lnT w="6350">
                      <a:solidFill>
                        <a:srgbClr val="BD9A85"/>
                      </a:solidFill>
                      <a:prstDash val="solid"/>
                    </a:lnT>
                    <a:lnB w="6350">
                      <a:solidFill>
                        <a:srgbClr val="BD9A85"/>
                      </a:solidFill>
                      <a:prstDash val="solid"/>
                    </a:lnB>
                  </a:tcPr>
                </a:tc>
                <a:tc>
                  <a:txBody>
                    <a:bodyPr/>
                    <a:lstStyle/>
                    <a:p>
                      <a:pPr marR="333375" algn="ctr">
                        <a:lnSpc>
                          <a:spcPct val="100000"/>
                        </a:lnSpc>
                        <a:spcBef>
                          <a:spcPts val="280"/>
                        </a:spcBef>
                      </a:pPr>
                      <a:r>
                        <a:rPr lang="en-US" sz="1800">
                          <a:latin typeface="Tahoma" panose="020B0604030504040204"/>
                          <a:cs typeface="Tahoma" panose="020B0604030504040204"/>
                        </a:rPr>
                        <a:t>15</a:t>
                      </a:r>
                    </a:p>
                  </a:txBody>
                  <a:tcPr marL="0" marR="0" marT="35560" marB="0">
                    <a:lnR w="6350">
                      <a:solidFill>
                        <a:srgbClr val="BD9A85"/>
                      </a:solidFill>
                      <a:prstDash val="solid"/>
                    </a:lnR>
                    <a:lnT w="6350">
                      <a:solidFill>
                        <a:srgbClr val="BD9A85"/>
                      </a:solidFill>
                      <a:prstDash val="solid"/>
                    </a:lnT>
                    <a:lnB w="6350">
                      <a:solidFill>
                        <a:srgbClr val="BD9A85"/>
                      </a:solidFill>
                      <a:prstDash val="solid"/>
                    </a:lnB>
                  </a:tcPr>
                </a:tc>
                <a:extLst>
                  <a:ext uri="{0D108BD9-81ED-4DB2-BD59-A6C34878D82A}">
                    <a16:rowId xmlns:a16="http://schemas.microsoft.com/office/drawing/2014/main" val="10003"/>
                  </a:ext>
                </a:extLst>
              </a:tr>
              <a:tr h="640080">
                <a:tc>
                  <a:txBody>
                    <a:bodyPr/>
                    <a:lstStyle/>
                    <a:p>
                      <a:pPr marL="1043940" marR="1085215" indent="-295910">
                        <a:lnSpc>
                          <a:spcPct val="100000"/>
                        </a:lnSpc>
                        <a:spcBef>
                          <a:spcPts val="285"/>
                        </a:spcBef>
                      </a:pPr>
                      <a:r>
                        <a:rPr sz="1800" spc="60" dirty="0">
                          <a:latin typeface="Tahoma" panose="020B0604030504040204"/>
                          <a:cs typeface="Tahoma" panose="020B0604030504040204"/>
                        </a:rPr>
                        <a:t>Continuous</a:t>
                      </a:r>
                      <a:r>
                        <a:rPr sz="1800" spc="30" dirty="0">
                          <a:latin typeface="Tahoma" panose="020B0604030504040204"/>
                          <a:cs typeface="Tahoma" panose="020B0604030504040204"/>
                        </a:rPr>
                        <a:t> </a:t>
                      </a:r>
                      <a:r>
                        <a:rPr sz="1800" dirty="0">
                          <a:latin typeface="Tahoma" panose="020B0604030504040204"/>
                          <a:cs typeface="Tahoma" panose="020B0604030504040204"/>
                        </a:rPr>
                        <a:t>evaluation</a:t>
                      </a:r>
                      <a:r>
                        <a:rPr sz="1800" spc="20" dirty="0">
                          <a:latin typeface="Tahoma" panose="020B0604030504040204"/>
                          <a:cs typeface="Tahoma" panose="020B0604030504040204"/>
                        </a:rPr>
                        <a:t> </a:t>
                      </a:r>
                      <a:r>
                        <a:rPr sz="1800" spc="-10" dirty="0">
                          <a:latin typeface="Tahoma" panose="020B0604030504040204"/>
                          <a:cs typeface="Tahoma" panose="020B0604030504040204"/>
                        </a:rPr>
                        <a:t>(Tutorial </a:t>
                      </a:r>
                      <a:r>
                        <a:rPr sz="1800" dirty="0">
                          <a:latin typeface="Tahoma" panose="020B0604030504040204"/>
                          <a:cs typeface="Tahoma" panose="020B0604030504040204"/>
                        </a:rPr>
                        <a:t>attendance</a:t>
                      </a:r>
                      <a:r>
                        <a:rPr lang="en-IN" sz="1800" dirty="0">
                          <a:latin typeface="Tahoma" panose="020B0604030504040204"/>
                          <a:cs typeface="Tahoma" panose="020B0604030504040204"/>
                        </a:rPr>
                        <a:t> </a:t>
                      </a:r>
                      <a:r>
                        <a:rPr sz="1800" dirty="0">
                          <a:latin typeface="Tahoma" panose="020B0604030504040204"/>
                          <a:cs typeface="Tahoma" panose="020B0604030504040204"/>
                        </a:rPr>
                        <a:t>+</a:t>
                      </a:r>
                      <a:r>
                        <a:rPr sz="1800" spc="130" dirty="0">
                          <a:latin typeface="Tahoma" panose="020B0604030504040204"/>
                          <a:cs typeface="Tahoma" panose="020B0604030504040204"/>
                        </a:rPr>
                        <a:t> </a:t>
                      </a:r>
                      <a:r>
                        <a:rPr sz="1800" spc="-10" dirty="0">
                          <a:latin typeface="Tahoma" panose="020B0604030504040204"/>
                          <a:cs typeface="Tahoma" panose="020B0604030504040204"/>
                        </a:rPr>
                        <a:t>Submission)</a:t>
                      </a:r>
                      <a:endParaRPr sz="1800" dirty="0">
                        <a:latin typeface="Tahoma" panose="020B0604030504040204"/>
                        <a:cs typeface="Tahoma" panose="020B0604030504040204"/>
                      </a:endParaRPr>
                    </a:p>
                  </a:txBody>
                  <a:tcPr marL="0" marR="0" marT="36194" marB="0">
                    <a:lnL w="6350">
                      <a:solidFill>
                        <a:srgbClr val="BD9A85"/>
                      </a:solidFill>
                      <a:prstDash val="solid"/>
                    </a:lnL>
                    <a:lnT w="6350">
                      <a:solidFill>
                        <a:srgbClr val="BD9A85"/>
                      </a:solidFill>
                      <a:prstDash val="solid"/>
                    </a:lnT>
                    <a:lnB w="6350">
                      <a:solidFill>
                        <a:srgbClr val="BD9A85"/>
                      </a:solidFill>
                      <a:prstDash val="solid"/>
                    </a:lnB>
                  </a:tcPr>
                </a:tc>
                <a:tc>
                  <a:txBody>
                    <a:bodyPr/>
                    <a:lstStyle/>
                    <a:p>
                      <a:pPr marR="333375" algn="ctr">
                        <a:lnSpc>
                          <a:spcPct val="100000"/>
                        </a:lnSpc>
                        <a:spcBef>
                          <a:spcPts val="285"/>
                        </a:spcBef>
                      </a:pPr>
                      <a:r>
                        <a:rPr lang="en-US" sz="1800">
                          <a:latin typeface="Tahoma" panose="020B0604030504040204"/>
                          <a:cs typeface="Tahoma" panose="020B0604030504040204"/>
                        </a:rPr>
                        <a:t>15</a:t>
                      </a:r>
                    </a:p>
                  </a:txBody>
                  <a:tcPr marL="0" marR="0" marT="36194" marB="0">
                    <a:lnR w="6350">
                      <a:solidFill>
                        <a:srgbClr val="BD9A85"/>
                      </a:solidFill>
                      <a:prstDash val="solid"/>
                    </a:lnR>
                    <a:lnT w="6350">
                      <a:solidFill>
                        <a:srgbClr val="BD9A85"/>
                      </a:solidFill>
                      <a:prstDash val="solid"/>
                    </a:lnT>
                    <a:lnB w="6350">
                      <a:solidFill>
                        <a:srgbClr val="BD9A85"/>
                      </a:solidFill>
                      <a:prstDash val="solid"/>
                    </a:lnB>
                  </a:tcPr>
                </a:tc>
                <a:extLst>
                  <a:ext uri="{0D108BD9-81ED-4DB2-BD59-A6C34878D82A}">
                    <a16:rowId xmlns:a16="http://schemas.microsoft.com/office/drawing/2014/main" val="10004"/>
                  </a:ext>
                </a:extLst>
              </a:tr>
              <a:tr h="497205">
                <a:tc>
                  <a:txBody>
                    <a:bodyPr/>
                    <a:lstStyle/>
                    <a:p>
                      <a:pPr marR="335280" algn="ctr">
                        <a:lnSpc>
                          <a:spcPct val="100000"/>
                        </a:lnSpc>
                        <a:spcBef>
                          <a:spcPts val="285"/>
                        </a:spcBef>
                      </a:pPr>
                      <a:r>
                        <a:rPr sz="1800" spc="75" dirty="0">
                          <a:latin typeface="Tahoma" panose="020B0604030504040204"/>
                          <a:cs typeface="Tahoma" panose="020B0604030504040204"/>
                        </a:rPr>
                        <a:t>End</a:t>
                      </a:r>
                      <a:r>
                        <a:rPr sz="1800" spc="-55" dirty="0">
                          <a:latin typeface="Tahoma" panose="020B0604030504040204"/>
                          <a:cs typeface="Tahoma" panose="020B0604030504040204"/>
                        </a:rPr>
                        <a:t> </a:t>
                      </a:r>
                      <a:r>
                        <a:rPr sz="1800" dirty="0">
                          <a:latin typeface="Tahoma" panose="020B0604030504040204"/>
                          <a:cs typeface="Tahoma" panose="020B0604030504040204"/>
                        </a:rPr>
                        <a:t>term</a:t>
                      </a:r>
                      <a:r>
                        <a:rPr sz="1800" spc="-55" dirty="0">
                          <a:latin typeface="Tahoma" panose="020B0604030504040204"/>
                          <a:cs typeface="Tahoma" panose="020B0604030504040204"/>
                        </a:rPr>
                        <a:t> </a:t>
                      </a:r>
                      <a:r>
                        <a:rPr sz="1800" spc="-10" dirty="0">
                          <a:latin typeface="Tahoma" panose="020B0604030504040204"/>
                          <a:cs typeface="Tahoma" panose="020B0604030504040204"/>
                        </a:rPr>
                        <a:t>Evaluation</a:t>
                      </a:r>
                      <a:endParaRPr sz="1800">
                        <a:latin typeface="Tahoma" panose="020B0604030504040204"/>
                        <a:cs typeface="Tahoma" panose="020B0604030504040204"/>
                      </a:endParaRPr>
                    </a:p>
                  </a:txBody>
                  <a:tcPr marL="0" marR="0" marT="36195" marB="0">
                    <a:lnL w="6350">
                      <a:solidFill>
                        <a:srgbClr val="BD9A85"/>
                      </a:solidFill>
                      <a:prstDash val="solid"/>
                    </a:lnL>
                    <a:lnT w="6350">
                      <a:solidFill>
                        <a:srgbClr val="BD9A85"/>
                      </a:solidFill>
                      <a:prstDash val="solid"/>
                    </a:lnT>
                    <a:lnB w="6350">
                      <a:solidFill>
                        <a:srgbClr val="BD9A85"/>
                      </a:solidFill>
                      <a:prstDash val="solid"/>
                    </a:lnB>
                  </a:tcPr>
                </a:tc>
                <a:tc>
                  <a:txBody>
                    <a:bodyPr/>
                    <a:lstStyle/>
                    <a:p>
                      <a:pPr marR="333375" algn="ctr">
                        <a:lnSpc>
                          <a:spcPct val="100000"/>
                        </a:lnSpc>
                        <a:spcBef>
                          <a:spcPts val="285"/>
                        </a:spcBef>
                      </a:pPr>
                      <a:r>
                        <a:rPr lang="en-US" sz="1800" dirty="0">
                          <a:latin typeface="Tahoma" panose="020B0604030504040204"/>
                          <a:cs typeface="Tahoma" panose="020B0604030504040204"/>
                        </a:rPr>
                        <a:t>40</a:t>
                      </a:r>
                    </a:p>
                  </a:txBody>
                  <a:tcPr marL="0" marR="0" marT="36195" marB="0">
                    <a:lnR w="6350">
                      <a:solidFill>
                        <a:srgbClr val="BD9A85"/>
                      </a:solidFill>
                      <a:prstDash val="solid"/>
                    </a:lnR>
                    <a:lnT w="6350">
                      <a:solidFill>
                        <a:srgbClr val="BD9A85"/>
                      </a:solidFill>
                      <a:prstDash val="solid"/>
                    </a:lnT>
                    <a:lnB w="6350">
                      <a:solidFill>
                        <a:srgbClr val="BD9A85"/>
                      </a:solidFill>
                      <a:prstDash val="solid"/>
                    </a:lnB>
                  </a:tcPr>
                </a:tc>
                <a:extLst>
                  <a:ext uri="{0D108BD9-81ED-4DB2-BD59-A6C34878D82A}">
                    <a16:rowId xmlns:a16="http://schemas.microsoft.com/office/drawing/2014/main" val="10005"/>
                  </a:ext>
                </a:extLst>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09600" y="1056640"/>
            <a:ext cx="10982960" cy="2812415"/>
          </a:xfrm>
          <a:prstGeom prst="rect">
            <a:avLst/>
          </a:prstGeom>
        </p:spPr>
        <p:txBody>
          <a:bodyPr vert="horz" wrap="square" lIns="0" tIns="439360" rIns="0" bIns="0" rtlCol="0">
            <a:noAutofit/>
          </a:bodyPr>
          <a:lstStyle/>
          <a:p>
            <a:pPr marL="12700">
              <a:lnSpc>
                <a:spcPct val="100000"/>
              </a:lnSpc>
              <a:spcBef>
                <a:spcPts val="95"/>
              </a:spcBef>
            </a:pPr>
            <a:r>
              <a:rPr spc="-229" dirty="0"/>
              <a:t>Certification</a:t>
            </a:r>
            <a:r>
              <a:rPr lang="en-US" spc="-229" dirty="0"/>
              <a:t> Link</a:t>
            </a:r>
            <a:r>
              <a:rPr spc="-229" dirty="0"/>
              <a:t>:</a:t>
            </a:r>
            <a:br>
              <a:rPr spc="-229" dirty="0"/>
            </a:br>
            <a:br>
              <a:rPr spc="-229" dirty="0"/>
            </a:br>
            <a:endParaRPr lang="en-US" altLang="en-US" spc="-229" dirty="0"/>
          </a:p>
        </p:txBody>
      </p:sp>
      <p:sp>
        <p:nvSpPr>
          <p:cNvPr id="5" name="Text Box 4"/>
          <p:cNvSpPr txBox="1"/>
          <p:nvPr/>
        </p:nvSpPr>
        <p:spPr>
          <a:xfrm>
            <a:off x="457200" y="3733800"/>
            <a:ext cx="11650345" cy="2572385"/>
          </a:xfrm>
          <a:prstGeom prst="rect">
            <a:avLst/>
          </a:prstGeom>
          <a:noFill/>
        </p:spPr>
        <p:txBody>
          <a:bodyPr wrap="square" rtlCol="0">
            <a:noAutofit/>
          </a:bodyPr>
          <a:lstStyle/>
          <a:p>
            <a:pPr marL="342900" indent="-342900">
              <a:buFont typeface="Arial" panose="020B0604020202020204" pitchFamily="34" charset="0"/>
              <a:buChar char="•"/>
            </a:pPr>
            <a:r>
              <a:rPr lang="en-US" sz="2400" b="1">
                <a:latin typeface="Times New Roman" panose="02020603050405020304" charset="0"/>
                <a:cs typeface="Times New Roman" panose="02020603050405020304" charset="0"/>
              </a:rPr>
              <a:t>First Submission Dedline:</a:t>
            </a:r>
            <a:r>
              <a:rPr lang="en-US" sz="2400"/>
              <a:t> 30 Sept, 2025 (15 Marks)</a:t>
            </a:r>
          </a:p>
          <a:p>
            <a:pPr marL="342900" indent="-342900">
              <a:buFont typeface="Arial" panose="020B0604020202020204" pitchFamily="34" charset="0"/>
              <a:buChar char="•"/>
            </a:pPr>
            <a:r>
              <a:rPr lang="en-US" sz="2400" b="1">
                <a:latin typeface="Times New Roman" panose="02020603050405020304" charset="0"/>
                <a:cs typeface="Times New Roman" panose="02020603050405020304" charset="0"/>
                <a:sym typeface="+mn-ea"/>
              </a:rPr>
              <a:t>Second Submission Dedline:</a:t>
            </a:r>
            <a:r>
              <a:rPr lang="en-US" sz="2400">
                <a:sym typeface="+mn-ea"/>
              </a:rPr>
              <a:t> 15 Oct, 2025 (12 Marks)</a:t>
            </a:r>
          </a:p>
          <a:p>
            <a:pPr marL="342900" indent="-342900">
              <a:buFont typeface="Arial" panose="020B0604020202020204" pitchFamily="34" charset="0"/>
              <a:buChar char="•"/>
            </a:pPr>
            <a:r>
              <a:rPr lang="en-US" sz="2400" b="1">
                <a:latin typeface="Times New Roman" panose="02020603050405020304" charset="0"/>
                <a:cs typeface="Times New Roman" panose="02020603050405020304" charset="0"/>
                <a:sym typeface="+mn-ea"/>
              </a:rPr>
              <a:t>Third  Submission Dedline:</a:t>
            </a:r>
            <a:r>
              <a:rPr lang="en-US" sz="2400">
                <a:sym typeface="+mn-ea"/>
              </a:rPr>
              <a:t> 30 Oct, 2025 (10 Marks)</a:t>
            </a:r>
            <a:endParaRPr lang="en-US" sz="2400"/>
          </a:p>
          <a:p>
            <a:pPr marL="342900" indent="-342900">
              <a:buFont typeface="Arial" panose="020B0604020202020204" pitchFamily="34" charset="0"/>
              <a:buChar char="•"/>
            </a:pPr>
            <a:r>
              <a:rPr lang="en-US" sz="2400" b="1">
                <a:latin typeface="Times New Roman" panose="02020603050405020304" charset="0"/>
                <a:cs typeface="Times New Roman" panose="02020603050405020304" charset="0"/>
                <a:sym typeface="+mn-ea"/>
              </a:rPr>
              <a:t>Fourth Submission Dedline:</a:t>
            </a:r>
            <a:r>
              <a:rPr lang="en-US" sz="2400">
                <a:sym typeface="+mn-ea"/>
              </a:rPr>
              <a:t> 5 Nov, 2025 (5 Marks)</a:t>
            </a:r>
            <a:endParaRPr lang="en-US" sz="2400"/>
          </a:p>
          <a:p>
            <a:pPr marL="342900" indent="-342900">
              <a:buFont typeface="Arial" panose="020B0604020202020204" pitchFamily="34" charset="0"/>
              <a:buChar char="•"/>
            </a:pPr>
            <a:endParaRPr lang="en-US" sz="2400"/>
          </a:p>
          <a:p>
            <a:r>
              <a:rPr lang="en-US" altLang="en-US" sz="2400" b="1">
                <a:latin typeface="Times New Roman" panose="02020603050405020304" charset="0"/>
                <a:cs typeface="Times New Roman" panose="02020603050405020304" charset="0"/>
              </a:rPr>
              <a:t>Note:The certification completion date does not matter; only the submission date is important.</a:t>
            </a:r>
          </a:p>
        </p:txBody>
      </p:sp>
      <p:sp>
        <p:nvSpPr>
          <p:cNvPr id="6" name="Text Box 5"/>
          <p:cNvSpPr txBox="1"/>
          <p:nvPr/>
        </p:nvSpPr>
        <p:spPr>
          <a:xfrm>
            <a:off x="464820" y="2326005"/>
            <a:ext cx="10974070" cy="1016000"/>
          </a:xfrm>
          <a:prstGeom prst="rect">
            <a:avLst/>
          </a:prstGeom>
        </p:spPr>
        <p:txBody>
          <a:bodyPr wrap="square">
            <a:noAutofit/>
          </a:bodyPr>
          <a:lstStyle/>
          <a:p>
            <a:r>
              <a:rPr lang="en-US" altLang="zh-CN" sz="2800">
                <a:latin typeface="Times New Roman" panose="02020603050405020304" charset="0"/>
                <a:cs typeface="Times New Roman" panose="02020603050405020304" charset="0"/>
                <a:hlinkClick r:id="rId2"/>
              </a:rPr>
              <a:t>Machine Learning with MATLAB | Self-Paced Online Courses - MATLAB &amp; Simulink</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03505" y="12700"/>
            <a:ext cx="11851640" cy="6761480"/>
          </a:xfrm>
          <a:prstGeom prst="rect">
            <a:avLst/>
          </a:prstGeom>
        </p:spPr>
      </p:pic>
      <p:sp>
        <p:nvSpPr>
          <p:cNvPr id="3" name="object 3"/>
          <p:cNvSpPr txBox="1">
            <a:spLocks noGrp="1"/>
          </p:cNvSpPr>
          <p:nvPr>
            <p:ph type="sldNum" sz="quarter" idx="7"/>
          </p:nvPr>
        </p:nvSpPr>
        <p:spPr>
          <a:prstGeom prst="rect">
            <a:avLst/>
          </a:prstGeom>
        </p:spPr>
        <p:txBody>
          <a:bodyPr vert="horz" wrap="square" lIns="0" tIns="0" rIns="0" bIns="0" rtlCol="0">
            <a:spAutoFit/>
          </a:bodyPr>
          <a:lstStyle/>
          <a:p>
            <a:pPr marL="38100">
              <a:lnSpc>
                <a:spcPts val="680"/>
              </a:lnSpc>
            </a:pPr>
            <a:r>
              <a:rPr spc="-10" dirty="0"/>
              <a:t>12/21</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95250" y="195580"/>
            <a:ext cx="11955780" cy="224155"/>
          </a:xfrm>
          <a:prstGeom prst="rect">
            <a:avLst/>
          </a:prstGeom>
        </p:spPr>
        <p:txBody>
          <a:bodyPr vert="horz" wrap="square" lIns="0" tIns="12065" rIns="0" bIns="0" rtlCol="0">
            <a:noAutofit/>
          </a:bodyPr>
          <a:lstStyle/>
          <a:p>
            <a:pPr marL="12700">
              <a:lnSpc>
                <a:spcPct val="100000"/>
              </a:lnSpc>
              <a:spcBef>
                <a:spcPts val="95"/>
              </a:spcBef>
            </a:pPr>
            <a:r>
              <a:rPr sz="1450" spc="-85" dirty="0">
                <a:solidFill>
                  <a:srgbClr val="FFFFFF"/>
                </a:solidFill>
                <a:latin typeface="Tahoma" panose="020B0604030504040204"/>
                <a:cs typeface="Tahoma" panose="020B0604030504040204"/>
              </a:rPr>
              <a:t>Game</a:t>
            </a:r>
            <a:r>
              <a:rPr sz="1450" spc="-20" dirty="0">
                <a:solidFill>
                  <a:srgbClr val="FFFFFF"/>
                </a:solidFill>
                <a:latin typeface="Tahoma" panose="020B0604030504040204"/>
                <a:cs typeface="Tahoma" panose="020B0604030504040204"/>
              </a:rPr>
              <a:t> </a:t>
            </a:r>
            <a:r>
              <a:rPr sz="1450" spc="-60" dirty="0">
                <a:solidFill>
                  <a:srgbClr val="FFFFFF"/>
                </a:solidFill>
                <a:latin typeface="Tahoma" panose="020B0604030504040204"/>
                <a:cs typeface="Tahoma" panose="020B0604030504040204"/>
              </a:rPr>
              <a:t>Programming</a:t>
            </a:r>
            <a:endParaRPr sz="1450">
              <a:latin typeface="Tahoma" panose="020B0604030504040204"/>
              <a:cs typeface="Tahoma" panose="020B0604030504040204"/>
            </a:endParaRPr>
          </a:p>
        </p:txBody>
      </p:sp>
      <p:pic>
        <p:nvPicPr>
          <p:cNvPr id="3" name="object 3"/>
          <p:cNvPicPr/>
          <p:nvPr/>
        </p:nvPicPr>
        <p:blipFill>
          <a:blip r:embed="rId2" cstate="print"/>
          <a:stretch>
            <a:fillRect/>
          </a:stretch>
        </p:blipFill>
        <p:spPr>
          <a:xfrm>
            <a:off x="244052" y="802287"/>
            <a:ext cx="65346" cy="65322"/>
          </a:xfrm>
          <a:prstGeom prst="rect">
            <a:avLst/>
          </a:prstGeom>
        </p:spPr>
      </p:pic>
      <p:sp>
        <p:nvSpPr>
          <p:cNvPr id="4" name="object 4"/>
          <p:cNvSpPr txBox="1"/>
          <p:nvPr/>
        </p:nvSpPr>
        <p:spPr>
          <a:xfrm>
            <a:off x="365760" y="576580"/>
            <a:ext cx="11777345" cy="334645"/>
          </a:xfrm>
          <a:prstGeom prst="rect">
            <a:avLst/>
          </a:prstGeom>
        </p:spPr>
        <p:txBody>
          <a:bodyPr vert="horz" wrap="square" lIns="0" tIns="12700" rIns="0" bIns="0" rtlCol="0">
            <a:noAutofit/>
          </a:bodyPr>
          <a:lstStyle/>
          <a:p>
            <a:pPr marL="12700">
              <a:lnSpc>
                <a:spcPct val="100000"/>
              </a:lnSpc>
              <a:spcBef>
                <a:spcPts val="100"/>
              </a:spcBef>
            </a:pPr>
            <a:r>
              <a:rPr sz="1100" spc="-20" dirty="0">
                <a:latin typeface="Tahoma" panose="020B0604030504040204"/>
                <a:cs typeface="Tahoma" panose="020B0604030504040204"/>
              </a:rPr>
              <a:t>Calculus</a:t>
            </a:r>
            <a:r>
              <a:rPr sz="1100" spc="-50" dirty="0">
                <a:latin typeface="Tahoma" panose="020B0604030504040204"/>
                <a:cs typeface="Tahoma" panose="020B0604030504040204"/>
              </a:rPr>
              <a:t> </a:t>
            </a:r>
            <a:r>
              <a:rPr sz="1100" dirty="0">
                <a:latin typeface="Tahoma" panose="020B0604030504040204"/>
                <a:cs typeface="Tahoma" panose="020B0604030504040204"/>
              </a:rPr>
              <a:t>is</a:t>
            </a:r>
            <a:r>
              <a:rPr sz="1100" spc="-40" dirty="0">
                <a:latin typeface="Tahoma" panose="020B0604030504040204"/>
                <a:cs typeface="Tahoma" panose="020B0604030504040204"/>
              </a:rPr>
              <a:t> </a:t>
            </a:r>
            <a:r>
              <a:rPr sz="1100" spc="-25" dirty="0">
                <a:latin typeface="Tahoma" panose="020B0604030504040204"/>
                <a:cs typeface="Tahoma" panose="020B0604030504040204"/>
              </a:rPr>
              <a:t>often</a:t>
            </a:r>
            <a:r>
              <a:rPr sz="1100" spc="-40" dirty="0">
                <a:latin typeface="Tahoma" panose="020B0604030504040204"/>
                <a:cs typeface="Tahoma" panose="020B0604030504040204"/>
              </a:rPr>
              <a:t> </a:t>
            </a:r>
            <a:r>
              <a:rPr sz="1100" spc="-60" dirty="0">
                <a:latin typeface="Tahoma" panose="020B0604030504040204"/>
                <a:cs typeface="Tahoma" panose="020B0604030504040204"/>
              </a:rPr>
              <a:t>used</a:t>
            </a:r>
            <a:r>
              <a:rPr sz="1100" spc="-25" dirty="0">
                <a:latin typeface="Tahoma" panose="020B0604030504040204"/>
                <a:cs typeface="Tahoma" panose="020B0604030504040204"/>
              </a:rPr>
              <a:t> </a:t>
            </a:r>
            <a:r>
              <a:rPr sz="1100" dirty="0">
                <a:latin typeface="Tahoma" panose="020B0604030504040204"/>
                <a:cs typeface="Tahoma" panose="020B0604030504040204"/>
              </a:rPr>
              <a:t>in</a:t>
            </a:r>
            <a:r>
              <a:rPr sz="1100" spc="-40" dirty="0">
                <a:latin typeface="Tahoma" panose="020B0604030504040204"/>
                <a:cs typeface="Tahoma" panose="020B0604030504040204"/>
              </a:rPr>
              <a:t> </a:t>
            </a:r>
            <a:r>
              <a:rPr sz="1100" spc="-35" dirty="0">
                <a:latin typeface="Tahoma" panose="020B0604030504040204"/>
                <a:cs typeface="Tahoma" panose="020B0604030504040204"/>
              </a:rPr>
              <a:t>video</a:t>
            </a:r>
            <a:r>
              <a:rPr sz="1100" spc="-40" dirty="0">
                <a:latin typeface="Tahoma" panose="020B0604030504040204"/>
                <a:cs typeface="Tahoma" panose="020B0604030504040204"/>
              </a:rPr>
              <a:t> </a:t>
            </a:r>
            <a:r>
              <a:rPr sz="1100" spc="-45" dirty="0">
                <a:latin typeface="Tahoma" panose="020B0604030504040204"/>
                <a:cs typeface="Tahoma" panose="020B0604030504040204"/>
              </a:rPr>
              <a:t>games.</a:t>
            </a:r>
            <a:endParaRPr sz="1100">
              <a:latin typeface="Tahoma" panose="020B0604030504040204"/>
              <a:cs typeface="Tahoma" panose="020B0604030504040204"/>
            </a:endParaRPr>
          </a:p>
        </p:txBody>
      </p:sp>
      <p:pic>
        <p:nvPicPr>
          <p:cNvPr id="5" name="object 5"/>
          <p:cNvPicPr/>
          <p:nvPr/>
        </p:nvPicPr>
        <p:blipFill>
          <a:blip r:embed="rId3" cstate="print"/>
          <a:stretch>
            <a:fillRect/>
          </a:stretch>
        </p:blipFill>
        <p:spPr>
          <a:xfrm>
            <a:off x="182880" y="1316355"/>
            <a:ext cx="11856085" cy="5403850"/>
          </a:xfrm>
          <a:prstGeom prst="rect">
            <a:avLst/>
          </a:prstGeom>
        </p:spPr>
      </p:pic>
      <p:sp>
        <p:nvSpPr>
          <p:cNvPr id="6" name="object 6"/>
          <p:cNvSpPr txBox="1">
            <a:spLocks noGrp="1"/>
          </p:cNvSpPr>
          <p:nvPr>
            <p:ph type="sldNum" sz="quarter" idx="7"/>
          </p:nvPr>
        </p:nvSpPr>
        <p:spPr>
          <a:prstGeom prst="rect">
            <a:avLst/>
          </a:prstGeom>
        </p:spPr>
        <p:txBody>
          <a:bodyPr vert="horz" wrap="square" lIns="0" tIns="0" rIns="0" bIns="0" rtlCol="0">
            <a:spAutoFit/>
          </a:bodyPr>
          <a:lstStyle/>
          <a:p>
            <a:pPr marL="38100">
              <a:lnSpc>
                <a:spcPts val="680"/>
              </a:lnSpc>
            </a:pPr>
            <a:r>
              <a:rPr spc="-10" dirty="0"/>
              <a:t>14/21</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95427" y="173334"/>
            <a:ext cx="1394460" cy="246379"/>
          </a:xfrm>
          <a:prstGeom prst="rect">
            <a:avLst/>
          </a:prstGeom>
        </p:spPr>
        <p:txBody>
          <a:bodyPr vert="horz" wrap="square" lIns="0" tIns="12065" rIns="0" bIns="0" rtlCol="0">
            <a:spAutoFit/>
          </a:bodyPr>
          <a:lstStyle/>
          <a:p>
            <a:pPr marL="12700">
              <a:lnSpc>
                <a:spcPct val="100000"/>
              </a:lnSpc>
              <a:spcBef>
                <a:spcPts val="95"/>
              </a:spcBef>
            </a:pPr>
            <a:r>
              <a:rPr sz="1450" spc="-30" dirty="0">
                <a:solidFill>
                  <a:srgbClr val="FFFFFF"/>
                </a:solidFill>
                <a:latin typeface="Tahoma" panose="020B0604030504040204"/>
                <a:cs typeface="Tahoma" panose="020B0604030504040204"/>
              </a:rPr>
              <a:t>Visual</a:t>
            </a:r>
            <a:r>
              <a:rPr sz="1450" spc="-85" dirty="0">
                <a:solidFill>
                  <a:srgbClr val="FFFFFF"/>
                </a:solidFill>
                <a:latin typeface="Tahoma" panose="020B0604030504040204"/>
                <a:cs typeface="Tahoma" panose="020B0604030504040204"/>
              </a:rPr>
              <a:t> </a:t>
            </a:r>
            <a:r>
              <a:rPr sz="1450" spc="-10" dirty="0">
                <a:solidFill>
                  <a:srgbClr val="FFFFFF"/>
                </a:solidFill>
                <a:latin typeface="Tahoma" panose="020B0604030504040204"/>
                <a:cs typeface="Tahoma" panose="020B0604030504040204"/>
              </a:rPr>
              <a:t>Effect/VFX</a:t>
            </a:r>
            <a:endParaRPr sz="1450">
              <a:latin typeface="Tahoma" panose="020B0604030504040204"/>
              <a:cs typeface="Tahoma" panose="020B0604030504040204"/>
            </a:endParaRPr>
          </a:p>
        </p:txBody>
      </p:sp>
      <p:pic>
        <p:nvPicPr>
          <p:cNvPr id="3" name="object 3"/>
          <p:cNvPicPr/>
          <p:nvPr/>
        </p:nvPicPr>
        <p:blipFill>
          <a:blip r:embed="rId2" cstate="print"/>
          <a:stretch>
            <a:fillRect/>
          </a:stretch>
        </p:blipFill>
        <p:spPr>
          <a:xfrm>
            <a:off x="244052" y="843459"/>
            <a:ext cx="65346" cy="65346"/>
          </a:xfrm>
          <a:prstGeom prst="rect">
            <a:avLst/>
          </a:prstGeom>
        </p:spPr>
      </p:pic>
      <p:sp>
        <p:nvSpPr>
          <p:cNvPr id="4" name="object 4"/>
          <p:cNvSpPr txBox="1"/>
          <p:nvPr/>
        </p:nvSpPr>
        <p:spPr>
          <a:xfrm>
            <a:off x="366051" y="758844"/>
            <a:ext cx="1986280" cy="193675"/>
          </a:xfrm>
          <a:prstGeom prst="rect">
            <a:avLst/>
          </a:prstGeom>
        </p:spPr>
        <p:txBody>
          <a:bodyPr vert="horz" wrap="square" lIns="0" tIns="12700" rIns="0" bIns="0" rtlCol="0">
            <a:spAutoFit/>
          </a:bodyPr>
          <a:lstStyle/>
          <a:p>
            <a:pPr marL="12700">
              <a:lnSpc>
                <a:spcPct val="100000"/>
              </a:lnSpc>
              <a:spcBef>
                <a:spcPts val="100"/>
              </a:spcBef>
            </a:pPr>
            <a:r>
              <a:rPr sz="1100" spc="-20" dirty="0">
                <a:latin typeface="Tahoma" panose="020B0604030504040204"/>
                <a:cs typeface="Tahoma" panose="020B0604030504040204"/>
              </a:rPr>
              <a:t>Calculus</a:t>
            </a:r>
            <a:r>
              <a:rPr sz="1100" spc="-40" dirty="0">
                <a:latin typeface="Tahoma" panose="020B0604030504040204"/>
                <a:cs typeface="Tahoma" panose="020B0604030504040204"/>
              </a:rPr>
              <a:t> </a:t>
            </a:r>
            <a:r>
              <a:rPr sz="1100" dirty="0">
                <a:latin typeface="Tahoma" panose="020B0604030504040204"/>
                <a:cs typeface="Tahoma" panose="020B0604030504040204"/>
              </a:rPr>
              <a:t>in</a:t>
            </a:r>
            <a:r>
              <a:rPr sz="1100" spc="-35" dirty="0">
                <a:latin typeface="Tahoma" panose="020B0604030504040204"/>
                <a:cs typeface="Tahoma" panose="020B0604030504040204"/>
              </a:rPr>
              <a:t> </a:t>
            </a:r>
            <a:r>
              <a:rPr sz="1100" spc="-30" dirty="0">
                <a:latin typeface="Tahoma" panose="020B0604030504040204"/>
                <a:cs typeface="Tahoma" panose="020B0604030504040204"/>
              </a:rPr>
              <a:t>creating</a:t>
            </a:r>
            <a:r>
              <a:rPr sz="1100" spc="-35" dirty="0">
                <a:latin typeface="Tahoma" panose="020B0604030504040204"/>
                <a:cs typeface="Tahoma" panose="020B0604030504040204"/>
              </a:rPr>
              <a:t> </a:t>
            </a:r>
            <a:r>
              <a:rPr sz="1100" spc="-25" dirty="0">
                <a:latin typeface="Tahoma" panose="020B0604030504040204"/>
                <a:cs typeface="Tahoma" panose="020B0604030504040204"/>
              </a:rPr>
              <a:t>visual</a:t>
            </a:r>
            <a:r>
              <a:rPr sz="1100" spc="-40" dirty="0">
                <a:latin typeface="Tahoma" panose="020B0604030504040204"/>
                <a:cs typeface="Tahoma" panose="020B0604030504040204"/>
              </a:rPr>
              <a:t> </a:t>
            </a:r>
            <a:r>
              <a:rPr sz="1100" spc="-35" dirty="0">
                <a:latin typeface="Tahoma" panose="020B0604030504040204"/>
                <a:cs typeface="Tahoma" panose="020B0604030504040204"/>
              </a:rPr>
              <a:t>effects.</a:t>
            </a:r>
            <a:endParaRPr sz="1100">
              <a:latin typeface="Tahoma" panose="020B0604030504040204"/>
              <a:cs typeface="Tahoma" panose="020B0604030504040204"/>
            </a:endParaRPr>
          </a:p>
        </p:txBody>
      </p:sp>
      <p:pic>
        <p:nvPicPr>
          <p:cNvPr id="5" name="object 5"/>
          <p:cNvPicPr/>
          <p:nvPr/>
        </p:nvPicPr>
        <p:blipFill>
          <a:blip r:embed="rId3" cstate="print"/>
          <a:stretch>
            <a:fillRect/>
          </a:stretch>
        </p:blipFill>
        <p:spPr>
          <a:xfrm>
            <a:off x="274955" y="989330"/>
            <a:ext cx="11676380" cy="5760720"/>
          </a:xfrm>
          <a:prstGeom prst="rect">
            <a:avLst/>
          </a:prstGeom>
        </p:spPr>
      </p:pic>
      <p:sp>
        <p:nvSpPr>
          <p:cNvPr id="6" name="object 6"/>
          <p:cNvSpPr txBox="1">
            <a:spLocks noGrp="1"/>
          </p:cNvSpPr>
          <p:nvPr>
            <p:ph type="sldNum" sz="quarter" idx="7"/>
          </p:nvPr>
        </p:nvSpPr>
        <p:spPr>
          <a:prstGeom prst="rect">
            <a:avLst/>
          </a:prstGeom>
        </p:spPr>
        <p:txBody>
          <a:bodyPr vert="horz" wrap="square" lIns="0" tIns="0" rIns="0" bIns="0" rtlCol="0">
            <a:spAutoFit/>
          </a:bodyPr>
          <a:lstStyle/>
          <a:p>
            <a:pPr marL="38100">
              <a:lnSpc>
                <a:spcPts val="680"/>
              </a:lnSpc>
            </a:pPr>
            <a:r>
              <a:rPr spc="-10" dirty="0"/>
              <a:t>15/21</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0" y="787"/>
            <a:ext cx="12192000" cy="1447013"/>
          </a:xfrm>
          <a:custGeom>
            <a:avLst/>
            <a:gdLst/>
            <a:ahLst/>
            <a:cxnLst/>
            <a:rect l="l" t="t" r="r" b="b"/>
            <a:pathLst>
              <a:path w="4608195" h="720725">
                <a:moveTo>
                  <a:pt x="4607864" y="720419"/>
                </a:moveTo>
                <a:lnTo>
                  <a:pt x="0" y="720419"/>
                </a:lnTo>
                <a:lnTo>
                  <a:pt x="0" y="0"/>
                </a:lnTo>
                <a:lnTo>
                  <a:pt x="4607864" y="6"/>
                </a:lnTo>
                <a:lnTo>
                  <a:pt x="4607864" y="720419"/>
                </a:lnTo>
                <a:close/>
              </a:path>
            </a:pathLst>
          </a:custGeom>
          <a:solidFill>
            <a:srgbClr val="3333B1"/>
          </a:solidFill>
        </p:spPr>
        <p:txBody>
          <a:bodyPr wrap="square" lIns="0" tIns="0" rIns="0" bIns="0" rtlCol="0"/>
          <a:lstStyle/>
          <a:p>
            <a:endParaRPr dirty="0"/>
          </a:p>
        </p:txBody>
      </p:sp>
      <p:sp>
        <p:nvSpPr>
          <p:cNvPr id="3" name="object 3"/>
          <p:cNvSpPr txBox="1"/>
          <p:nvPr/>
        </p:nvSpPr>
        <p:spPr>
          <a:xfrm>
            <a:off x="95426" y="173334"/>
            <a:ext cx="7676973" cy="566181"/>
          </a:xfrm>
          <a:prstGeom prst="rect">
            <a:avLst/>
          </a:prstGeom>
        </p:spPr>
        <p:txBody>
          <a:bodyPr vert="horz" wrap="square" lIns="0" tIns="12065" rIns="0" bIns="0" rtlCol="0">
            <a:spAutoFit/>
          </a:bodyPr>
          <a:lstStyle/>
          <a:p>
            <a:pPr marL="12700">
              <a:lnSpc>
                <a:spcPct val="100000"/>
              </a:lnSpc>
              <a:spcBef>
                <a:spcPts val="95"/>
              </a:spcBef>
            </a:pPr>
            <a:r>
              <a:rPr sz="3600" spc="-40" dirty="0">
                <a:solidFill>
                  <a:srgbClr val="FFFFFF"/>
                </a:solidFill>
                <a:latin typeface="Tahoma" panose="020B0604030504040204"/>
                <a:cs typeface="Tahoma" panose="020B0604030504040204"/>
              </a:rPr>
              <a:t>Architectural</a:t>
            </a:r>
            <a:r>
              <a:rPr sz="3600" spc="-45" dirty="0">
                <a:solidFill>
                  <a:srgbClr val="FFFFFF"/>
                </a:solidFill>
                <a:latin typeface="Tahoma" panose="020B0604030504040204"/>
                <a:cs typeface="Tahoma" panose="020B0604030504040204"/>
              </a:rPr>
              <a:t> </a:t>
            </a:r>
            <a:r>
              <a:rPr sz="3600" spc="-50" dirty="0">
                <a:solidFill>
                  <a:srgbClr val="FFFFFF"/>
                </a:solidFill>
                <a:latin typeface="Tahoma" panose="020B0604030504040204"/>
                <a:cs typeface="Tahoma" panose="020B0604030504040204"/>
              </a:rPr>
              <a:t>Use</a:t>
            </a:r>
            <a:endParaRPr sz="3600" dirty="0">
              <a:latin typeface="Tahoma" panose="020B0604030504040204"/>
              <a:cs typeface="Tahoma" panose="020B0604030504040204"/>
            </a:endParaRPr>
          </a:p>
        </p:txBody>
      </p:sp>
      <p:sp>
        <p:nvSpPr>
          <p:cNvPr id="4" name="object 4"/>
          <p:cNvSpPr txBox="1"/>
          <p:nvPr/>
        </p:nvSpPr>
        <p:spPr>
          <a:xfrm>
            <a:off x="95427" y="838200"/>
            <a:ext cx="8819973" cy="290464"/>
          </a:xfrm>
          <a:prstGeom prst="rect">
            <a:avLst/>
          </a:prstGeom>
        </p:spPr>
        <p:txBody>
          <a:bodyPr vert="horz" wrap="square" lIns="0" tIns="13335" rIns="0" bIns="0" rtlCol="0">
            <a:spAutoFit/>
          </a:bodyPr>
          <a:lstStyle/>
          <a:p>
            <a:pPr marL="12700">
              <a:lnSpc>
                <a:spcPct val="100000"/>
              </a:lnSpc>
              <a:spcBef>
                <a:spcPts val="105"/>
              </a:spcBef>
            </a:pPr>
            <a:r>
              <a:rPr spc="-25" dirty="0">
                <a:solidFill>
                  <a:srgbClr val="FFFFFF"/>
                </a:solidFill>
                <a:latin typeface="Tahoma" panose="020B0604030504040204"/>
                <a:cs typeface="Tahoma" panose="020B0604030504040204"/>
              </a:rPr>
              <a:t>Software</a:t>
            </a:r>
            <a:r>
              <a:rPr spc="-15" dirty="0">
                <a:solidFill>
                  <a:srgbClr val="FFFFFF"/>
                </a:solidFill>
                <a:latin typeface="Tahoma" panose="020B0604030504040204"/>
                <a:cs typeface="Tahoma" panose="020B0604030504040204"/>
              </a:rPr>
              <a:t> </a:t>
            </a:r>
            <a:r>
              <a:rPr spc="-20" dirty="0">
                <a:solidFill>
                  <a:srgbClr val="FFFFFF"/>
                </a:solidFill>
                <a:latin typeface="Tahoma" panose="020B0604030504040204"/>
                <a:cs typeface="Tahoma" panose="020B0604030504040204"/>
              </a:rPr>
              <a:t>Development</a:t>
            </a:r>
            <a:endParaRPr dirty="0">
              <a:latin typeface="Tahoma" panose="020B0604030504040204"/>
              <a:cs typeface="Tahoma" panose="020B0604030504040204"/>
            </a:endParaRPr>
          </a:p>
        </p:txBody>
      </p:sp>
      <p:sp>
        <p:nvSpPr>
          <p:cNvPr id="6" name="object 6"/>
          <p:cNvSpPr txBox="1"/>
          <p:nvPr/>
        </p:nvSpPr>
        <p:spPr>
          <a:xfrm>
            <a:off x="366050" y="1676400"/>
            <a:ext cx="11216349" cy="502573"/>
          </a:xfrm>
          <a:prstGeom prst="rect">
            <a:avLst/>
          </a:prstGeom>
        </p:spPr>
        <p:txBody>
          <a:bodyPr vert="horz" wrap="square" lIns="0" tIns="12700" rIns="0" bIns="0" rtlCol="0">
            <a:spAutoFit/>
          </a:bodyPr>
          <a:lstStyle/>
          <a:p>
            <a:pPr marL="12700" marR="5080">
              <a:lnSpc>
                <a:spcPct val="154000"/>
              </a:lnSpc>
              <a:spcBef>
                <a:spcPts val="100"/>
              </a:spcBef>
            </a:pPr>
            <a:r>
              <a:rPr sz="2400" dirty="0">
                <a:latin typeface="Tahoma" panose="020B0604030504040204"/>
                <a:cs typeface="Tahoma" panose="020B0604030504040204"/>
              </a:rPr>
              <a:t>AutoCAD</a:t>
            </a:r>
            <a:r>
              <a:rPr sz="2400" spc="-5" dirty="0">
                <a:latin typeface="Tahoma" panose="020B0604030504040204"/>
                <a:cs typeface="Tahoma" panose="020B0604030504040204"/>
              </a:rPr>
              <a:t> </a:t>
            </a:r>
            <a:r>
              <a:rPr sz="2400" dirty="0">
                <a:latin typeface="Tahoma" panose="020B0604030504040204"/>
                <a:cs typeface="Tahoma" panose="020B0604030504040204"/>
              </a:rPr>
              <a:t>is a </a:t>
            </a:r>
            <a:r>
              <a:rPr sz="2400" spc="-40" dirty="0">
                <a:latin typeface="Tahoma" panose="020B0604030504040204"/>
                <a:cs typeface="Tahoma" panose="020B0604030504040204"/>
              </a:rPr>
              <a:t>commercial</a:t>
            </a:r>
            <a:r>
              <a:rPr sz="2400" spc="5" dirty="0">
                <a:latin typeface="Tahoma" panose="020B0604030504040204"/>
                <a:cs typeface="Tahoma" panose="020B0604030504040204"/>
              </a:rPr>
              <a:t> </a:t>
            </a:r>
            <a:r>
              <a:rPr sz="2400" spc="-50" dirty="0">
                <a:latin typeface="Tahoma" panose="020B0604030504040204"/>
                <a:cs typeface="Tahoma" panose="020B0604030504040204"/>
              </a:rPr>
              <a:t>computer-</a:t>
            </a:r>
            <a:r>
              <a:rPr sz="2400" spc="-45" dirty="0">
                <a:latin typeface="Tahoma" panose="020B0604030504040204"/>
                <a:cs typeface="Tahoma" panose="020B0604030504040204"/>
              </a:rPr>
              <a:t>aided</a:t>
            </a:r>
            <a:r>
              <a:rPr sz="2400" dirty="0">
                <a:latin typeface="Tahoma" panose="020B0604030504040204"/>
                <a:cs typeface="Tahoma" panose="020B0604030504040204"/>
              </a:rPr>
              <a:t> </a:t>
            </a:r>
            <a:r>
              <a:rPr sz="2400" spc="-55" dirty="0">
                <a:latin typeface="Tahoma" panose="020B0604030504040204"/>
                <a:cs typeface="Tahoma" panose="020B0604030504040204"/>
              </a:rPr>
              <a:t>design</a:t>
            </a:r>
            <a:r>
              <a:rPr sz="2400" dirty="0">
                <a:latin typeface="Tahoma" panose="020B0604030504040204"/>
                <a:cs typeface="Tahoma" panose="020B0604030504040204"/>
              </a:rPr>
              <a:t> </a:t>
            </a:r>
            <a:r>
              <a:rPr sz="2400" spc="-35" dirty="0">
                <a:latin typeface="Tahoma" panose="020B0604030504040204"/>
                <a:cs typeface="Tahoma" panose="020B0604030504040204"/>
              </a:rPr>
              <a:t>and</a:t>
            </a:r>
            <a:r>
              <a:rPr sz="2400" spc="5" dirty="0">
                <a:latin typeface="Tahoma" panose="020B0604030504040204"/>
                <a:cs typeface="Tahoma" panose="020B0604030504040204"/>
              </a:rPr>
              <a:t> </a:t>
            </a:r>
            <a:r>
              <a:rPr sz="2400" spc="-25" dirty="0">
                <a:latin typeface="Tahoma" panose="020B0604030504040204"/>
                <a:cs typeface="Tahoma" panose="020B0604030504040204"/>
              </a:rPr>
              <a:t>drafting</a:t>
            </a:r>
            <a:r>
              <a:rPr sz="2400" dirty="0">
                <a:latin typeface="Tahoma" panose="020B0604030504040204"/>
                <a:cs typeface="Tahoma" panose="020B0604030504040204"/>
              </a:rPr>
              <a:t> </a:t>
            </a:r>
            <a:r>
              <a:rPr sz="2400" spc="-40" dirty="0">
                <a:latin typeface="Tahoma" panose="020B0604030504040204"/>
                <a:cs typeface="Tahoma" panose="020B0604030504040204"/>
              </a:rPr>
              <a:t>software </a:t>
            </a:r>
            <a:r>
              <a:rPr sz="2400" spc="-10" dirty="0">
                <a:latin typeface="Tahoma" panose="020B0604030504040204"/>
                <a:cs typeface="Tahoma" panose="020B0604030504040204"/>
              </a:rPr>
              <a:t>application.</a:t>
            </a:r>
            <a:endParaRPr sz="2400" dirty="0">
              <a:latin typeface="Tahoma" panose="020B0604030504040204"/>
              <a:cs typeface="Tahoma" panose="020B0604030504040204"/>
            </a:endParaRPr>
          </a:p>
        </p:txBody>
      </p:sp>
      <p:pic>
        <p:nvPicPr>
          <p:cNvPr id="7" name="object 7"/>
          <p:cNvPicPr/>
          <p:nvPr/>
        </p:nvPicPr>
        <p:blipFill>
          <a:blip r:embed="rId2" cstate="print"/>
          <a:stretch>
            <a:fillRect/>
          </a:stretch>
        </p:blipFill>
        <p:spPr>
          <a:xfrm>
            <a:off x="904016" y="2743200"/>
            <a:ext cx="9840184" cy="3810000"/>
          </a:xfrm>
          <a:prstGeom prst="rect">
            <a:avLst/>
          </a:prstGeom>
        </p:spPr>
      </p:pic>
      <p:sp>
        <p:nvSpPr>
          <p:cNvPr id="8" name="object 8"/>
          <p:cNvSpPr txBox="1">
            <a:spLocks noGrp="1"/>
          </p:cNvSpPr>
          <p:nvPr>
            <p:ph type="sldNum" sz="quarter" idx="7"/>
          </p:nvPr>
        </p:nvSpPr>
        <p:spPr>
          <a:prstGeom prst="rect">
            <a:avLst/>
          </a:prstGeom>
        </p:spPr>
        <p:txBody>
          <a:bodyPr vert="horz" wrap="square" lIns="0" tIns="0" rIns="0" bIns="0" rtlCol="0">
            <a:spAutoFit/>
          </a:bodyPr>
          <a:lstStyle/>
          <a:p>
            <a:pPr marL="38100">
              <a:lnSpc>
                <a:spcPts val="680"/>
              </a:lnSpc>
            </a:pPr>
            <a:r>
              <a:rPr spc="-10" dirty="0"/>
              <a:t>16/21</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0" y="787"/>
            <a:ext cx="12192000" cy="1264951"/>
          </a:xfrm>
          <a:custGeom>
            <a:avLst/>
            <a:gdLst/>
            <a:ahLst/>
            <a:cxnLst/>
            <a:rect l="l" t="t" r="r" b="b"/>
            <a:pathLst>
              <a:path w="4608195" h="720725">
                <a:moveTo>
                  <a:pt x="4607864" y="720419"/>
                </a:moveTo>
                <a:lnTo>
                  <a:pt x="0" y="720419"/>
                </a:lnTo>
                <a:lnTo>
                  <a:pt x="0" y="0"/>
                </a:lnTo>
                <a:lnTo>
                  <a:pt x="4607864" y="6"/>
                </a:lnTo>
                <a:lnTo>
                  <a:pt x="4607864" y="720419"/>
                </a:lnTo>
                <a:close/>
              </a:path>
            </a:pathLst>
          </a:custGeom>
          <a:solidFill>
            <a:srgbClr val="3333B1"/>
          </a:solidFill>
        </p:spPr>
        <p:txBody>
          <a:bodyPr wrap="square" lIns="0" tIns="0" rIns="0" bIns="0" rtlCol="0"/>
          <a:lstStyle/>
          <a:p>
            <a:endParaRPr/>
          </a:p>
        </p:txBody>
      </p:sp>
      <p:sp>
        <p:nvSpPr>
          <p:cNvPr id="3" name="object 3"/>
          <p:cNvSpPr txBox="1">
            <a:spLocks noGrp="1"/>
          </p:cNvSpPr>
          <p:nvPr>
            <p:ph type="title"/>
          </p:nvPr>
        </p:nvSpPr>
        <p:spPr>
          <a:xfrm>
            <a:off x="95427" y="173334"/>
            <a:ext cx="11258373" cy="627736"/>
          </a:xfrm>
          <a:prstGeom prst="rect">
            <a:avLst/>
          </a:prstGeom>
        </p:spPr>
        <p:txBody>
          <a:bodyPr vert="horz" wrap="square" lIns="0" tIns="12065" rIns="0" bIns="0" rtlCol="0">
            <a:spAutoFit/>
          </a:bodyPr>
          <a:lstStyle/>
          <a:p>
            <a:pPr marL="12700">
              <a:lnSpc>
                <a:spcPct val="100000"/>
              </a:lnSpc>
              <a:spcBef>
                <a:spcPts val="95"/>
              </a:spcBef>
            </a:pPr>
            <a:r>
              <a:rPr lang="en-IN" sz="4000" b="0" i="0" spc="-10" dirty="0">
                <a:solidFill>
                  <a:srgbClr val="FFFFFF"/>
                </a:solidFill>
                <a:latin typeface="Tahoma" panose="020B0604030504040204"/>
                <a:cs typeface="Tahoma" panose="020B0604030504040204"/>
              </a:rPr>
              <a:t> </a:t>
            </a:r>
            <a:r>
              <a:rPr sz="4000" b="0" i="0" spc="-10" dirty="0">
                <a:solidFill>
                  <a:srgbClr val="FFFFFF"/>
                </a:solidFill>
                <a:latin typeface="Tahoma" panose="020B0604030504040204"/>
                <a:cs typeface="Tahoma" panose="020B0604030504040204"/>
              </a:rPr>
              <a:t>Military</a:t>
            </a:r>
            <a:r>
              <a:rPr sz="4000" b="0" i="0" spc="-95" dirty="0">
                <a:solidFill>
                  <a:srgbClr val="FFFFFF"/>
                </a:solidFill>
                <a:latin typeface="Tahoma" panose="020B0604030504040204"/>
                <a:cs typeface="Tahoma" panose="020B0604030504040204"/>
              </a:rPr>
              <a:t> </a:t>
            </a:r>
            <a:r>
              <a:rPr sz="4000" b="0" i="0" spc="-55" dirty="0">
                <a:solidFill>
                  <a:srgbClr val="FFFFFF"/>
                </a:solidFill>
                <a:latin typeface="Tahoma" panose="020B0604030504040204"/>
                <a:cs typeface="Tahoma" panose="020B0604030504040204"/>
              </a:rPr>
              <a:t>Use</a:t>
            </a:r>
            <a:endParaRPr sz="4000" dirty="0">
              <a:latin typeface="Tahoma" panose="020B0604030504040204"/>
              <a:cs typeface="Tahoma" panose="020B0604030504040204"/>
            </a:endParaRPr>
          </a:p>
        </p:txBody>
      </p:sp>
      <p:sp>
        <p:nvSpPr>
          <p:cNvPr id="4" name="object 4"/>
          <p:cNvSpPr txBox="1"/>
          <p:nvPr/>
        </p:nvSpPr>
        <p:spPr>
          <a:xfrm>
            <a:off x="304801" y="884757"/>
            <a:ext cx="5562600" cy="290464"/>
          </a:xfrm>
          <a:prstGeom prst="rect">
            <a:avLst/>
          </a:prstGeom>
        </p:spPr>
        <p:txBody>
          <a:bodyPr vert="horz" wrap="square" lIns="0" tIns="13335" rIns="0" bIns="0" rtlCol="0">
            <a:spAutoFit/>
          </a:bodyPr>
          <a:lstStyle/>
          <a:p>
            <a:pPr marL="12700">
              <a:lnSpc>
                <a:spcPct val="100000"/>
              </a:lnSpc>
              <a:spcBef>
                <a:spcPts val="105"/>
              </a:spcBef>
            </a:pPr>
            <a:r>
              <a:rPr spc="-25" dirty="0">
                <a:solidFill>
                  <a:srgbClr val="FFFFFF"/>
                </a:solidFill>
                <a:latin typeface="Tahoma" panose="020B0604030504040204"/>
                <a:cs typeface="Tahoma" panose="020B0604030504040204"/>
              </a:rPr>
              <a:t>Software</a:t>
            </a:r>
            <a:r>
              <a:rPr spc="-15" dirty="0">
                <a:solidFill>
                  <a:srgbClr val="FFFFFF"/>
                </a:solidFill>
                <a:latin typeface="Tahoma" panose="020B0604030504040204"/>
                <a:cs typeface="Tahoma" panose="020B0604030504040204"/>
              </a:rPr>
              <a:t> </a:t>
            </a:r>
            <a:r>
              <a:rPr spc="-20" dirty="0">
                <a:solidFill>
                  <a:srgbClr val="FFFFFF"/>
                </a:solidFill>
                <a:latin typeface="Tahoma" panose="020B0604030504040204"/>
                <a:cs typeface="Tahoma" panose="020B0604030504040204"/>
              </a:rPr>
              <a:t>Development</a:t>
            </a:r>
            <a:endParaRPr dirty="0">
              <a:latin typeface="Tahoma" panose="020B0604030504040204"/>
              <a:cs typeface="Tahoma" panose="020B0604030504040204"/>
            </a:endParaRPr>
          </a:p>
        </p:txBody>
      </p:sp>
      <p:sp>
        <p:nvSpPr>
          <p:cNvPr id="6" name="object 6"/>
          <p:cNvSpPr txBox="1"/>
          <p:nvPr/>
        </p:nvSpPr>
        <p:spPr>
          <a:xfrm>
            <a:off x="405696" y="1554581"/>
            <a:ext cx="11481503" cy="731419"/>
          </a:xfrm>
          <a:prstGeom prst="rect">
            <a:avLst/>
          </a:prstGeom>
        </p:spPr>
        <p:txBody>
          <a:bodyPr vert="horz" wrap="square" lIns="0" tIns="12700" rIns="0" bIns="0" rtlCol="0">
            <a:spAutoFit/>
          </a:bodyPr>
          <a:lstStyle/>
          <a:p>
            <a:pPr marL="298450" marR="5080" indent="-285750">
              <a:lnSpc>
                <a:spcPct val="154000"/>
              </a:lnSpc>
              <a:spcBef>
                <a:spcPts val="100"/>
              </a:spcBef>
              <a:buFont typeface="Wingdings" panose="05000000000000000000" pitchFamily="2" charset="2"/>
              <a:buChar char="§"/>
            </a:pPr>
            <a:r>
              <a:rPr sz="1600" dirty="0">
                <a:latin typeface="Tahoma" panose="020B0604030504040204"/>
                <a:cs typeface="Tahoma" panose="020B0604030504040204"/>
              </a:rPr>
              <a:t>Military</a:t>
            </a:r>
            <a:r>
              <a:rPr sz="1600" spc="-20" dirty="0">
                <a:latin typeface="Tahoma" panose="020B0604030504040204"/>
                <a:cs typeface="Tahoma" panose="020B0604030504040204"/>
              </a:rPr>
              <a:t> </a:t>
            </a:r>
            <a:r>
              <a:rPr sz="1600" spc="-65" dirty="0">
                <a:latin typeface="Tahoma" panose="020B0604030504040204"/>
                <a:cs typeface="Tahoma" panose="020B0604030504040204"/>
              </a:rPr>
              <a:t>uses</a:t>
            </a:r>
            <a:r>
              <a:rPr sz="1600" spc="-20" dirty="0">
                <a:latin typeface="Tahoma" panose="020B0604030504040204"/>
                <a:cs typeface="Tahoma" panose="020B0604030504040204"/>
              </a:rPr>
              <a:t> </a:t>
            </a:r>
            <a:r>
              <a:rPr sz="1600" spc="-35" dirty="0">
                <a:latin typeface="Tahoma" panose="020B0604030504040204"/>
                <a:cs typeface="Tahoma" panose="020B0604030504040204"/>
              </a:rPr>
              <a:t>visuals</a:t>
            </a:r>
            <a:r>
              <a:rPr sz="1600" spc="-20" dirty="0">
                <a:latin typeface="Tahoma" panose="020B0604030504040204"/>
                <a:cs typeface="Tahoma" panose="020B0604030504040204"/>
              </a:rPr>
              <a:t> for </a:t>
            </a:r>
            <a:r>
              <a:rPr sz="1600" spc="-35" dirty="0">
                <a:latin typeface="Tahoma" panose="020B0604030504040204"/>
                <a:cs typeface="Tahoma" panose="020B0604030504040204"/>
              </a:rPr>
              <a:t>simulations,</a:t>
            </a:r>
            <a:r>
              <a:rPr sz="1600" spc="-20" dirty="0">
                <a:latin typeface="Tahoma" panose="020B0604030504040204"/>
                <a:cs typeface="Tahoma" panose="020B0604030504040204"/>
              </a:rPr>
              <a:t> </a:t>
            </a:r>
            <a:r>
              <a:rPr sz="1600" spc="-10" dirty="0">
                <a:latin typeface="Tahoma" panose="020B0604030504040204"/>
                <a:cs typeface="Tahoma" panose="020B0604030504040204"/>
              </a:rPr>
              <a:t>flight,</a:t>
            </a:r>
            <a:r>
              <a:rPr sz="1600" spc="-20" dirty="0">
                <a:latin typeface="Tahoma" panose="020B0604030504040204"/>
                <a:cs typeface="Tahoma" panose="020B0604030504040204"/>
              </a:rPr>
              <a:t> </a:t>
            </a:r>
            <a:r>
              <a:rPr sz="1600" spc="-30" dirty="0">
                <a:latin typeface="Tahoma" panose="020B0604030504040204"/>
                <a:cs typeface="Tahoma" panose="020B0604030504040204"/>
              </a:rPr>
              <a:t>paths,</a:t>
            </a:r>
            <a:r>
              <a:rPr sz="1600" spc="-20" dirty="0">
                <a:latin typeface="Tahoma" panose="020B0604030504040204"/>
                <a:cs typeface="Tahoma" panose="020B0604030504040204"/>
              </a:rPr>
              <a:t> </a:t>
            </a:r>
            <a:r>
              <a:rPr sz="1600" spc="-35" dirty="0">
                <a:latin typeface="Tahoma" panose="020B0604030504040204"/>
                <a:cs typeface="Tahoma" panose="020B0604030504040204"/>
              </a:rPr>
              <a:t>navigation,</a:t>
            </a:r>
            <a:r>
              <a:rPr sz="1600" spc="-20" dirty="0">
                <a:latin typeface="Tahoma" panose="020B0604030504040204"/>
                <a:cs typeface="Tahoma" panose="020B0604030504040204"/>
              </a:rPr>
              <a:t> </a:t>
            </a:r>
            <a:r>
              <a:rPr sz="1600" spc="-25" dirty="0">
                <a:latin typeface="Tahoma" panose="020B0604030504040204"/>
                <a:cs typeface="Tahoma" panose="020B0604030504040204"/>
              </a:rPr>
              <a:t>maps, </a:t>
            </a:r>
            <a:r>
              <a:rPr sz="1600" spc="-20" dirty="0">
                <a:latin typeface="Tahoma" panose="020B0604030504040204"/>
                <a:cs typeface="Tahoma" panose="020B0604030504040204"/>
              </a:rPr>
              <a:t>satellite</a:t>
            </a:r>
            <a:r>
              <a:rPr sz="1600" spc="-35" dirty="0">
                <a:latin typeface="Tahoma" panose="020B0604030504040204"/>
                <a:cs typeface="Tahoma" panose="020B0604030504040204"/>
              </a:rPr>
              <a:t> </a:t>
            </a:r>
            <a:r>
              <a:rPr sz="1600" spc="-50" dirty="0">
                <a:latin typeface="Tahoma" panose="020B0604030504040204"/>
                <a:cs typeface="Tahoma" panose="020B0604030504040204"/>
              </a:rPr>
              <a:t>images,</a:t>
            </a:r>
            <a:r>
              <a:rPr sz="1600" spc="-30" dirty="0">
                <a:latin typeface="Tahoma" panose="020B0604030504040204"/>
                <a:cs typeface="Tahoma" panose="020B0604030504040204"/>
              </a:rPr>
              <a:t> </a:t>
            </a:r>
            <a:r>
              <a:rPr sz="1600" spc="-20" dirty="0">
                <a:latin typeface="Tahoma" panose="020B0604030504040204"/>
                <a:cs typeface="Tahoma" panose="020B0604030504040204"/>
              </a:rPr>
              <a:t>etc.</a:t>
            </a:r>
            <a:endParaRPr lang="en-IN" sz="1600" spc="-20" dirty="0">
              <a:latin typeface="Tahoma" panose="020B0604030504040204"/>
              <a:cs typeface="Tahoma" panose="020B0604030504040204"/>
            </a:endParaRPr>
          </a:p>
          <a:p>
            <a:pPr marL="298450" marR="5080" indent="-285750">
              <a:lnSpc>
                <a:spcPct val="154000"/>
              </a:lnSpc>
              <a:spcBef>
                <a:spcPts val="100"/>
              </a:spcBef>
              <a:buFont typeface="Wingdings" panose="05000000000000000000" pitchFamily="2" charset="2"/>
              <a:buChar char="§"/>
            </a:pPr>
            <a:r>
              <a:rPr sz="1600" dirty="0">
                <a:latin typeface="Tahoma" panose="020B0604030504040204"/>
                <a:cs typeface="Tahoma" panose="020B0604030504040204"/>
              </a:rPr>
              <a:t>Virtual</a:t>
            </a:r>
            <a:r>
              <a:rPr sz="1600" spc="-20" dirty="0">
                <a:latin typeface="Tahoma" panose="020B0604030504040204"/>
                <a:cs typeface="Tahoma" panose="020B0604030504040204"/>
              </a:rPr>
              <a:t> </a:t>
            </a:r>
            <a:r>
              <a:rPr sz="1600" spc="-25" dirty="0">
                <a:latin typeface="Tahoma" panose="020B0604030504040204"/>
                <a:cs typeface="Tahoma" panose="020B0604030504040204"/>
              </a:rPr>
              <a:t>reality</a:t>
            </a:r>
            <a:r>
              <a:rPr sz="1600" spc="-15" dirty="0">
                <a:latin typeface="Tahoma" panose="020B0604030504040204"/>
                <a:cs typeface="Tahoma" panose="020B0604030504040204"/>
              </a:rPr>
              <a:t> </a:t>
            </a:r>
            <a:r>
              <a:rPr sz="1600" dirty="0">
                <a:latin typeface="Tahoma" panose="020B0604030504040204"/>
                <a:cs typeface="Tahoma" panose="020B0604030504040204"/>
              </a:rPr>
              <a:t>(VR)</a:t>
            </a:r>
            <a:r>
              <a:rPr sz="1600" spc="-20" dirty="0">
                <a:latin typeface="Tahoma" panose="020B0604030504040204"/>
                <a:cs typeface="Tahoma" panose="020B0604030504040204"/>
              </a:rPr>
              <a:t> </a:t>
            </a:r>
            <a:r>
              <a:rPr sz="1600" spc="-25" dirty="0">
                <a:latin typeface="Tahoma" panose="020B0604030504040204"/>
                <a:cs typeface="Tahoma" panose="020B0604030504040204"/>
              </a:rPr>
              <a:t>often</a:t>
            </a:r>
            <a:r>
              <a:rPr sz="1600" spc="-15" dirty="0">
                <a:latin typeface="Tahoma" panose="020B0604030504040204"/>
                <a:cs typeface="Tahoma" panose="020B0604030504040204"/>
              </a:rPr>
              <a:t> </a:t>
            </a:r>
            <a:r>
              <a:rPr sz="1600" dirty="0">
                <a:latin typeface="Tahoma" panose="020B0604030504040204"/>
                <a:cs typeface="Tahoma" panose="020B0604030504040204"/>
              </a:rPr>
              <a:t>is</a:t>
            </a:r>
            <a:r>
              <a:rPr sz="1600" spc="-20" dirty="0">
                <a:latin typeface="Tahoma" panose="020B0604030504040204"/>
                <a:cs typeface="Tahoma" panose="020B0604030504040204"/>
              </a:rPr>
              <a:t> </a:t>
            </a:r>
            <a:r>
              <a:rPr sz="1600" spc="-60" dirty="0">
                <a:latin typeface="Tahoma" panose="020B0604030504040204"/>
                <a:cs typeface="Tahoma" panose="020B0604030504040204"/>
              </a:rPr>
              <a:t>used</a:t>
            </a:r>
            <a:r>
              <a:rPr sz="1600" spc="-20" dirty="0">
                <a:latin typeface="Tahoma" panose="020B0604030504040204"/>
                <a:cs typeface="Tahoma" panose="020B0604030504040204"/>
              </a:rPr>
              <a:t> for</a:t>
            </a:r>
            <a:r>
              <a:rPr sz="1600" spc="-15" dirty="0">
                <a:latin typeface="Tahoma" panose="020B0604030504040204"/>
                <a:cs typeface="Tahoma" panose="020B0604030504040204"/>
              </a:rPr>
              <a:t> </a:t>
            </a:r>
            <a:r>
              <a:rPr sz="1600" spc="-20" dirty="0">
                <a:latin typeface="Tahoma" panose="020B0604030504040204"/>
                <a:cs typeface="Tahoma" panose="020B0604030504040204"/>
              </a:rPr>
              <a:t>military </a:t>
            </a:r>
            <a:r>
              <a:rPr sz="1600" spc="-10" dirty="0">
                <a:latin typeface="Tahoma" panose="020B0604030504040204"/>
                <a:cs typeface="Tahoma" panose="020B0604030504040204"/>
              </a:rPr>
              <a:t>training.</a:t>
            </a:r>
            <a:endParaRPr sz="1600" dirty="0">
              <a:latin typeface="Tahoma" panose="020B0604030504040204"/>
              <a:cs typeface="Tahoma" panose="020B0604030504040204"/>
            </a:endParaRPr>
          </a:p>
        </p:txBody>
      </p:sp>
      <p:pic>
        <p:nvPicPr>
          <p:cNvPr id="8" name="object 8"/>
          <p:cNvPicPr/>
          <p:nvPr/>
        </p:nvPicPr>
        <p:blipFill>
          <a:blip r:embed="rId2" cstate="print"/>
          <a:stretch>
            <a:fillRect/>
          </a:stretch>
        </p:blipFill>
        <p:spPr>
          <a:xfrm>
            <a:off x="1098567" y="2438400"/>
            <a:ext cx="10255233" cy="4114799"/>
          </a:xfrm>
          <a:prstGeom prst="rect">
            <a:avLst/>
          </a:prstGeom>
        </p:spPr>
      </p:pic>
      <p:sp>
        <p:nvSpPr>
          <p:cNvPr id="9" name="object 9"/>
          <p:cNvSpPr txBox="1">
            <a:spLocks noGrp="1"/>
          </p:cNvSpPr>
          <p:nvPr>
            <p:ph type="sldNum" sz="quarter" idx="7"/>
          </p:nvPr>
        </p:nvSpPr>
        <p:spPr>
          <a:prstGeom prst="rect">
            <a:avLst/>
          </a:prstGeom>
        </p:spPr>
        <p:txBody>
          <a:bodyPr vert="horz" wrap="square" lIns="0" tIns="0" rIns="0" bIns="0" rtlCol="0">
            <a:spAutoFit/>
          </a:bodyPr>
          <a:lstStyle/>
          <a:p>
            <a:pPr marL="38100">
              <a:lnSpc>
                <a:spcPts val="680"/>
              </a:lnSpc>
            </a:pPr>
            <a:r>
              <a:rPr spc="-10" dirty="0"/>
              <a:t>17/21</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0" y="787"/>
            <a:ext cx="12192000" cy="837413"/>
          </a:xfrm>
          <a:custGeom>
            <a:avLst/>
            <a:gdLst/>
            <a:ahLst/>
            <a:cxnLst/>
            <a:rect l="l" t="t" r="r" b="b"/>
            <a:pathLst>
              <a:path w="4608195" h="499109">
                <a:moveTo>
                  <a:pt x="4607864" y="498751"/>
                </a:moveTo>
                <a:lnTo>
                  <a:pt x="0" y="498751"/>
                </a:lnTo>
                <a:lnTo>
                  <a:pt x="0" y="0"/>
                </a:lnTo>
                <a:lnTo>
                  <a:pt x="4607864" y="6"/>
                </a:lnTo>
                <a:lnTo>
                  <a:pt x="4607864" y="498751"/>
                </a:lnTo>
                <a:close/>
              </a:path>
            </a:pathLst>
          </a:custGeom>
          <a:solidFill>
            <a:srgbClr val="3333B1"/>
          </a:solidFill>
        </p:spPr>
        <p:txBody>
          <a:bodyPr wrap="square" lIns="0" tIns="0" rIns="0" bIns="0" rtlCol="0"/>
          <a:lstStyle/>
          <a:p>
            <a:endParaRPr/>
          </a:p>
        </p:txBody>
      </p:sp>
      <p:sp>
        <p:nvSpPr>
          <p:cNvPr id="3" name="object 3"/>
          <p:cNvSpPr txBox="1">
            <a:spLocks noGrp="1"/>
          </p:cNvSpPr>
          <p:nvPr>
            <p:ph type="title"/>
          </p:nvPr>
        </p:nvSpPr>
        <p:spPr>
          <a:xfrm>
            <a:off x="95427" y="173334"/>
            <a:ext cx="5543373" cy="443070"/>
          </a:xfrm>
          <a:prstGeom prst="rect">
            <a:avLst/>
          </a:prstGeom>
        </p:spPr>
        <p:txBody>
          <a:bodyPr vert="horz" wrap="square" lIns="0" tIns="12065" rIns="0" bIns="0" rtlCol="0">
            <a:spAutoFit/>
          </a:bodyPr>
          <a:lstStyle/>
          <a:p>
            <a:pPr marL="12700">
              <a:lnSpc>
                <a:spcPct val="100000"/>
              </a:lnSpc>
              <a:spcBef>
                <a:spcPts val="95"/>
              </a:spcBef>
            </a:pPr>
            <a:r>
              <a:rPr lang="en-IN" sz="2800" b="0" i="0" spc="-80" dirty="0">
                <a:solidFill>
                  <a:srgbClr val="FFFFFF"/>
                </a:solidFill>
                <a:latin typeface="Tahoma" panose="020B0604030504040204"/>
                <a:cs typeface="Tahoma" panose="020B0604030504040204"/>
              </a:rPr>
              <a:t>   </a:t>
            </a:r>
            <a:r>
              <a:rPr sz="2800" b="0" i="0" spc="-80" dirty="0">
                <a:solidFill>
                  <a:srgbClr val="FFFFFF"/>
                </a:solidFill>
                <a:latin typeface="Tahoma" panose="020B0604030504040204"/>
                <a:cs typeface="Tahoma" panose="020B0604030504040204"/>
              </a:rPr>
              <a:t>General</a:t>
            </a:r>
            <a:r>
              <a:rPr sz="2800" b="0" i="0" dirty="0">
                <a:solidFill>
                  <a:srgbClr val="FFFFFF"/>
                </a:solidFill>
                <a:latin typeface="Tahoma" panose="020B0604030504040204"/>
                <a:cs typeface="Tahoma" panose="020B0604030504040204"/>
              </a:rPr>
              <a:t> </a:t>
            </a:r>
            <a:r>
              <a:rPr sz="2800" b="0" i="0" spc="-55" dirty="0">
                <a:solidFill>
                  <a:srgbClr val="FFFFFF"/>
                </a:solidFill>
                <a:latin typeface="Tahoma" panose="020B0604030504040204"/>
                <a:cs typeface="Tahoma" panose="020B0604030504040204"/>
              </a:rPr>
              <a:t>Problem</a:t>
            </a:r>
            <a:r>
              <a:rPr sz="2800" b="0" i="0" spc="-5" dirty="0">
                <a:solidFill>
                  <a:srgbClr val="FFFFFF"/>
                </a:solidFill>
                <a:latin typeface="Tahoma" panose="020B0604030504040204"/>
                <a:cs typeface="Tahoma" panose="020B0604030504040204"/>
              </a:rPr>
              <a:t> </a:t>
            </a:r>
            <a:r>
              <a:rPr sz="2800" b="0" i="0" spc="-45" dirty="0">
                <a:solidFill>
                  <a:srgbClr val="FFFFFF"/>
                </a:solidFill>
                <a:latin typeface="Tahoma" panose="020B0604030504040204"/>
                <a:cs typeface="Tahoma" panose="020B0604030504040204"/>
              </a:rPr>
              <a:t>Solving</a:t>
            </a:r>
            <a:endParaRPr sz="2800" dirty="0">
              <a:latin typeface="Tahoma" panose="020B0604030504040204"/>
              <a:cs typeface="Tahoma" panose="020B0604030504040204"/>
            </a:endParaRPr>
          </a:p>
        </p:txBody>
      </p:sp>
      <p:sp>
        <p:nvSpPr>
          <p:cNvPr id="5" name="object 5"/>
          <p:cNvSpPr txBox="1"/>
          <p:nvPr/>
        </p:nvSpPr>
        <p:spPr>
          <a:xfrm>
            <a:off x="587436" y="1089355"/>
            <a:ext cx="10918764" cy="420949"/>
          </a:xfrm>
          <a:prstGeom prst="rect">
            <a:avLst/>
          </a:prstGeom>
        </p:spPr>
        <p:txBody>
          <a:bodyPr vert="horz" wrap="square" lIns="0" tIns="12700" rIns="0" bIns="0" rtlCol="0">
            <a:spAutoFit/>
          </a:bodyPr>
          <a:lstStyle/>
          <a:p>
            <a:pPr marL="355600" marR="5080" indent="-342900">
              <a:lnSpc>
                <a:spcPct val="154000"/>
              </a:lnSpc>
              <a:spcBef>
                <a:spcPts val="100"/>
              </a:spcBef>
              <a:buFont typeface="Wingdings" panose="05000000000000000000" pitchFamily="2" charset="2"/>
              <a:buChar char="§"/>
            </a:pPr>
            <a:r>
              <a:rPr sz="2000" spc="-20" dirty="0">
                <a:latin typeface="Tahoma" panose="020B0604030504040204"/>
                <a:cs typeface="Tahoma" panose="020B0604030504040204"/>
              </a:rPr>
              <a:t>Calculus </a:t>
            </a:r>
            <a:r>
              <a:rPr sz="2000" dirty="0">
                <a:latin typeface="Tahoma" panose="020B0604030504040204"/>
                <a:cs typeface="Tahoma" panose="020B0604030504040204"/>
              </a:rPr>
              <a:t>is</a:t>
            </a:r>
            <a:r>
              <a:rPr sz="2000" spc="-20" dirty="0">
                <a:latin typeface="Tahoma" panose="020B0604030504040204"/>
                <a:cs typeface="Tahoma" panose="020B0604030504040204"/>
              </a:rPr>
              <a:t> </a:t>
            </a:r>
            <a:r>
              <a:rPr sz="2000" spc="-60" dirty="0">
                <a:latin typeface="Tahoma" panose="020B0604030504040204"/>
                <a:cs typeface="Tahoma" panose="020B0604030504040204"/>
              </a:rPr>
              <a:t>used</a:t>
            </a:r>
            <a:r>
              <a:rPr sz="2000" spc="-20" dirty="0">
                <a:latin typeface="Tahoma" panose="020B0604030504040204"/>
                <a:cs typeface="Tahoma" panose="020B0604030504040204"/>
              </a:rPr>
              <a:t> </a:t>
            </a:r>
            <a:r>
              <a:rPr sz="2000" dirty="0">
                <a:latin typeface="Tahoma" panose="020B0604030504040204"/>
                <a:cs typeface="Tahoma" panose="020B0604030504040204"/>
              </a:rPr>
              <a:t>in</a:t>
            </a:r>
            <a:r>
              <a:rPr sz="2000" spc="-20" dirty="0">
                <a:latin typeface="Tahoma" panose="020B0604030504040204"/>
                <a:cs typeface="Tahoma" panose="020B0604030504040204"/>
              </a:rPr>
              <a:t> </a:t>
            </a:r>
            <a:r>
              <a:rPr sz="2000" spc="-50" dirty="0">
                <a:latin typeface="Tahoma" panose="020B0604030504040204"/>
                <a:cs typeface="Tahoma" panose="020B0604030504040204"/>
              </a:rPr>
              <a:t>general</a:t>
            </a:r>
            <a:r>
              <a:rPr sz="2000" spc="-20" dirty="0">
                <a:latin typeface="Tahoma" panose="020B0604030504040204"/>
                <a:cs typeface="Tahoma" panose="020B0604030504040204"/>
              </a:rPr>
              <a:t> </a:t>
            </a:r>
            <a:r>
              <a:rPr sz="2000" spc="-55" dirty="0">
                <a:latin typeface="Tahoma" panose="020B0604030504040204"/>
                <a:cs typeface="Tahoma" panose="020B0604030504040204"/>
              </a:rPr>
              <a:t>problem</a:t>
            </a:r>
            <a:r>
              <a:rPr sz="2000" spc="-25" dirty="0">
                <a:latin typeface="Tahoma" panose="020B0604030504040204"/>
                <a:cs typeface="Tahoma" panose="020B0604030504040204"/>
              </a:rPr>
              <a:t> </a:t>
            </a:r>
            <a:r>
              <a:rPr sz="2000" spc="-35" dirty="0">
                <a:latin typeface="Tahoma" panose="020B0604030504040204"/>
                <a:cs typeface="Tahoma" panose="020B0604030504040204"/>
              </a:rPr>
              <a:t>solving</a:t>
            </a:r>
            <a:r>
              <a:rPr sz="2000" spc="-20" dirty="0">
                <a:latin typeface="Tahoma" panose="020B0604030504040204"/>
                <a:cs typeface="Tahoma" panose="020B0604030504040204"/>
              </a:rPr>
              <a:t> </a:t>
            </a:r>
            <a:r>
              <a:rPr sz="2000" spc="-30" dirty="0">
                <a:latin typeface="Tahoma" panose="020B0604030504040204"/>
                <a:cs typeface="Tahoma" panose="020B0604030504040204"/>
              </a:rPr>
              <a:t>applications,</a:t>
            </a:r>
            <a:r>
              <a:rPr sz="2000" spc="-15" dirty="0">
                <a:latin typeface="Tahoma" panose="020B0604030504040204"/>
                <a:cs typeface="Tahoma" panose="020B0604030504040204"/>
              </a:rPr>
              <a:t> </a:t>
            </a:r>
            <a:r>
              <a:rPr sz="2000" spc="-25" dirty="0">
                <a:latin typeface="Tahoma" panose="020B0604030504040204"/>
                <a:cs typeface="Tahoma" panose="020B0604030504040204"/>
              </a:rPr>
              <a:t>simulations, </a:t>
            </a:r>
            <a:r>
              <a:rPr sz="2000" spc="-35" dirty="0">
                <a:latin typeface="Tahoma" panose="020B0604030504040204"/>
                <a:cs typeface="Tahoma" panose="020B0604030504040204"/>
              </a:rPr>
              <a:t>and </a:t>
            </a:r>
            <a:r>
              <a:rPr sz="2000" spc="-40" dirty="0">
                <a:latin typeface="Tahoma" panose="020B0604030504040204"/>
                <a:cs typeface="Tahoma" panose="020B0604030504040204"/>
              </a:rPr>
              <a:t>physics</a:t>
            </a:r>
            <a:r>
              <a:rPr sz="2000" spc="-30" dirty="0">
                <a:latin typeface="Tahoma" panose="020B0604030504040204"/>
                <a:cs typeface="Tahoma" panose="020B0604030504040204"/>
              </a:rPr>
              <a:t> </a:t>
            </a:r>
            <a:r>
              <a:rPr sz="2000" spc="-10" dirty="0">
                <a:latin typeface="Tahoma" panose="020B0604030504040204"/>
                <a:cs typeface="Tahoma" panose="020B0604030504040204"/>
              </a:rPr>
              <a:t>engines.</a:t>
            </a:r>
            <a:endParaRPr sz="2000" dirty="0">
              <a:latin typeface="Tahoma" panose="020B0604030504040204"/>
              <a:cs typeface="Tahoma" panose="020B0604030504040204"/>
            </a:endParaRPr>
          </a:p>
        </p:txBody>
      </p:sp>
      <p:pic>
        <p:nvPicPr>
          <p:cNvPr id="6" name="object 6"/>
          <p:cNvPicPr/>
          <p:nvPr/>
        </p:nvPicPr>
        <p:blipFill>
          <a:blip r:embed="rId2" cstate="print"/>
          <a:stretch>
            <a:fillRect/>
          </a:stretch>
        </p:blipFill>
        <p:spPr>
          <a:xfrm>
            <a:off x="793408" y="2133601"/>
            <a:ext cx="10407991" cy="4267200"/>
          </a:xfrm>
          <a:prstGeom prst="rect">
            <a:avLst/>
          </a:prstGeom>
        </p:spPr>
      </p:pic>
      <p:sp>
        <p:nvSpPr>
          <p:cNvPr id="7" name="object 7"/>
          <p:cNvSpPr txBox="1">
            <a:spLocks noGrp="1"/>
          </p:cNvSpPr>
          <p:nvPr>
            <p:ph type="sldNum" sz="quarter" idx="7"/>
          </p:nvPr>
        </p:nvSpPr>
        <p:spPr>
          <a:prstGeom prst="rect">
            <a:avLst/>
          </a:prstGeom>
        </p:spPr>
        <p:txBody>
          <a:bodyPr vert="horz" wrap="square" lIns="0" tIns="0" rIns="0" bIns="0" rtlCol="0">
            <a:spAutoFit/>
          </a:bodyPr>
          <a:lstStyle/>
          <a:p>
            <a:pPr marL="38100">
              <a:lnSpc>
                <a:spcPts val="680"/>
              </a:lnSpc>
            </a:pPr>
            <a:r>
              <a:rPr spc="-10" dirty="0"/>
              <a:t>18/21</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0" y="787"/>
            <a:ext cx="12192000" cy="890856"/>
          </a:xfrm>
          <a:custGeom>
            <a:avLst/>
            <a:gdLst/>
            <a:ahLst/>
            <a:cxnLst/>
            <a:rect l="l" t="t" r="r" b="b"/>
            <a:pathLst>
              <a:path w="4608195" h="499109">
                <a:moveTo>
                  <a:pt x="4607864" y="498751"/>
                </a:moveTo>
                <a:lnTo>
                  <a:pt x="0" y="498751"/>
                </a:lnTo>
                <a:lnTo>
                  <a:pt x="0" y="0"/>
                </a:lnTo>
                <a:lnTo>
                  <a:pt x="4607864" y="6"/>
                </a:lnTo>
                <a:lnTo>
                  <a:pt x="4607864" y="498751"/>
                </a:lnTo>
                <a:close/>
              </a:path>
            </a:pathLst>
          </a:custGeom>
          <a:solidFill>
            <a:srgbClr val="3333B1"/>
          </a:solidFill>
        </p:spPr>
        <p:txBody>
          <a:bodyPr wrap="square" lIns="0" tIns="0" rIns="0" bIns="0" rtlCol="0"/>
          <a:lstStyle/>
          <a:p>
            <a:endParaRPr/>
          </a:p>
        </p:txBody>
      </p:sp>
      <p:sp>
        <p:nvSpPr>
          <p:cNvPr id="3" name="object 3"/>
          <p:cNvSpPr txBox="1"/>
          <p:nvPr/>
        </p:nvSpPr>
        <p:spPr>
          <a:xfrm>
            <a:off x="95427" y="173334"/>
            <a:ext cx="6000573" cy="566181"/>
          </a:xfrm>
          <a:prstGeom prst="rect">
            <a:avLst/>
          </a:prstGeom>
        </p:spPr>
        <p:txBody>
          <a:bodyPr vert="horz" wrap="square" lIns="0" tIns="12065" rIns="0" bIns="0" rtlCol="0">
            <a:spAutoFit/>
          </a:bodyPr>
          <a:lstStyle/>
          <a:p>
            <a:pPr marL="12700">
              <a:lnSpc>
                <a:spcPct val="100000"/>
              </a:lnSpc>
              <a:spcBef>
                <a:spcPts val="95"/>
              </a:spcBef>
            </a:pPr>
            <a:r>
              <a:rPr lang="en-IN" sz="3600" spc="-40" dirty="0">
                <a:solidFill>
                  <a:srgbClr val="FFFFFF"/>
                </a:solidFill>
                <a:latin typeface="Tahoma" panose="020B0604030504040204"/>
                <a:cs typeface="Tahoma" panose="020B0604030504040204"/>
              </a:rPr>
              <a:t>   </a:t>
            </a:r>
            <a:r>
              <a:rPr sz="3600" spc="-40" dirty="0">
                <a:solidFill>
                  <a:srgbClr val="FFFFFF"/>
                </a:solidFill>
                <a:latin typeface="Tahoma" panose="020B0604030504040204"/>
                <a:cs typeface="Tahoma" panose="020B0604030504040204"/>
              </a:rPr>
              <a:t>Robotics</a:t>
            </a:r>
            <a:r>
              <a:rPr sz="3600" spc="-65" dirty="0">
                <a:solidFill>
                  <a:srgbClr val="FFFFFF"/>
                </a:solidFill>
                <a:latin typeface="Tahoma" panose="020B0604030504040204"/>
                <a:cs typeface="Tahoma" panose="020B0604030504040204"/>
              </a:rPr>
              <a:t> </a:t>
            </a:r>
            <a:r>
              <a:rPr sz="3600" spc="-50" dirty="0">
                <a:solidFill>
                  <a:srgbClr val="FFFFFF"/>
                </a:solidFill>
                <a:latin typeface="Tahoma" panose="020B0604030504040204"/>
                <a:cs typeface="Tahoma" panose="020B0604030504040204"/>
              </a:rPr>
              <a:t>Use</a:t>
            </a:r>
            <a:endParaRPr sz="3600" dirty="0">
              <a:latin typeface="Tahoma" panose="020B0604030504040204"/>
              <a:cs typeface="Tahoma" panose="020B0604030504040204"/>
            </a:endParaRPr>
          </a:p>
        </p:txBody>
      </p:sp>
      <p:sp>
        <p:nvSpPr>
          <p:cNvPr id="5" name="object 5"/>
          <p:cNvSpPr txBox="1"/>
          <p:nvPr/>
        </p:nvSpPr>
        <p:spPr>
          <a:xfrm>
            <a:off x="366051" y="1134110"/>
            <a:ext cx="11140148" cy="806824"/>
          </a:xfrm>
          <a:prstGeom prst="rect">
            <a:avLst/>
          </a:prstGeom>
        </p:spPr>
        <p:txBody>
          <a:bodyPr vert="horz" wrap="square" lIns="0" tIns="12700" rIns="0" bIns="0" rtlCol="0">
            <a:spAutoFit/>
          </a:bodyPr>
          <a:lstStyle/>
          <a:p>
            <a:pPr marL="184150" marR="5080" indent="-171450">
              <a:lnSpc>
                <a:spcPct val="154000"/>
              </a:lnSpc>
              <a:spcBef>
                <a:spcPts val="100"/>
              </a:spcBef>
              <a:buFont typeface="Wingdings" panose="05000000000000000000" pitchFamily="2" charset="2"/>
              <a:buChar char="§"/>
            </a:pPr>
            <a:r>
              <a:rPr spc="-55" dirty="0">
                <a:latin typeface="Tahoma" panose="020B0604030504040204"/>
                <a:cs typeface="Tahoma" panose="020B0604030504040204"/>
              </a:rPr>
              <a:t>In</a:t>
            </a:r>
            <a:r>
              <a:rPr spc="-35" dirty="0">
                <a:latin typeface="Tahoma" panose="020B0604030504040204"/>
                <a:cs typeface="Tahoma" panose="020B0604030504040204"/>
              </a:rPr>
              <a:t> </a:t>
            </a:r>
            <a:r>
              <a:rPr spc="-25" dirty="0">
                <a:latin typeface="Tahoma" panose="020B0604030504040204"/>
                <a:cs typeface="Tahoma" panose="020B0604030504040204"/>
              </a:rPr>
              <a:t>robotics,</a:t>
            </a:r>
            <a:r>
              <a:rPr spc="-40" dirty="0">
                <a:latin typeface="Tahoma" panose="020B0604030504040204"/>
                <a:cs typeface="Tahoma" panose="020B0604030504040204"/>
              </a:rPr>
              <a:t> </a:t>
            </a:r>
            <a:r>
              <a:rPr dirty="0">
                <a:latin typeface="Tahoma" panose="020B0604030504040204"/>
                <a:cs typeface="Tahoma" panose="020B0604030504040204"/>
              </a:rPr>
              <a:t>a</a:t>
            </a:r>
            <a:r>
              <a:rPr spc="-30" dirty="0">
                <a:latin typeface="Tahoma" panose="020B0604030504040204"/>
                <a:cs typeface="Tahoma" panose="020B0604030504040204"/>
              </a:rPr>
              <a:t> </a:t>
            </a:r>
            <a:r>
              <a:rPr spc="-55" dirty="0">
                <a:latin typeface="Tahoma" panose="020B0604030504040204"/>
                <a:cs typeface="Tahoma" panose="020B0604030504040204"/>
              </a:rPr>
              <a:t>programmer</a:t>
            </a:r>
            <a:r>
              <a:rPr spc="-35" dirty="0">
                <a:latin typeface="Tahoma" panose="020B0604030504040204"/>
                <a:cs typeface="Tahoma" panose="020B0604030504040204"/>
              </a:rPr>
              <a:t> </a:t>
            </a:r>
            <a:r>
              <a:rPr spc="-25" dirty="0">
                <a:latin typeface="Tahoma" panose="020B0604030504040204"/>
                <a:cs typeface="Tahoma" panose="020B0604030504040204"/>
              </a:rPr>
              <a:t>often</a:t>
            </a:r>
            <a:r>
              <a:rPr spc="-30" dirty="0">
                <a:latin typeface="Tahoma" panose="020B0604030504040204"/>
                <a:cs typeface="Tahoma" panose="020B0604030504040204"/>
              </a:rPr>
              <a:t> </a:t>
            </a:r>
            <a:r>
              <a:rPr spc="-70" dirty="0">
                <a:latin typeface="Tahoma" panose="020B0604030504040204"/>
                <a:cs typeface="Tahoma" panose="020B0604030504040204"/>
              </a:rPr>
              <a:t>needs</a:t>
            </a:r>
            <a:r>
              <a:rPr spc="-15" dirty="0">
                <a:latin typeface="Tahoma" panose="020B0604030504040204"/>
                <a:cs typeface="Tahoma" panose="020B0604030504040204"/>
              </a:rPr>
              <a:t> </a:t>
            </a:r>
            <a:r>
              <a:rPr dirty="0">
                <a:latin typeface="Tahoma" panose="020B0604030504040204"/>
                <a:cs typeface="Tahoma" panose="020B0604030504040204"/>
              </a:rPr>
              <a:t>to</a:t>
            </a:r>
            <a:r>
              <a:rPr spc="-35" dirty="0">
                <a:latin typeface="Tahoma" panose="020B0604030504040204"/>
                <a:cs typeface="Tahoma" panose="020B0604030504040204"/>
              </a:rPr>
              <a:t> model</a:t>
            </a:r>
            <a:r>
              <a:rPr spc="-30" dirty="0">
                <a:latin typeface="Tahoma" panose="020B0604030504040204"/>
                <a:cs typeface="Tahoma" panose="020B0604030504040204"/>
              </a:rPr>
              <a:t> physical </a:t>
            </a:r>
            <a:r>
              <a:rPr spc="-55" dirty="0">
                <a:latin typeface="Tahoma" panose="020B0604030504040204"/>
                <a:cs typeface="Tahoma" panose="020B0604030504040204"/>
              </a:rPr>
              <a:t>movements</a:t>
            </a:r>
            <a:r>
              <a:rPr spc="-35" dirty="0">
                <a:latin typeface="Tahoma" panose="020B0604030504040204"/>
                <a:cs typeface="Tahoma" panose="020B0604030504040204"/>
              </a:rPr>
              <a:t> </a:t>
            </a:r>
            <a:r>
              <a:rPr spc="-25" dirty="0">
                <a:latin typeface="Tahoma" panose="020B0604030504040204"/>
                <a:cs typeface="Tahoma" panose="020B0604030504040204"/>
              </a:rPr>
              <a:t>of </a:t>
            </a:r>
            <a:r>
              <a:rPr dirty="0">
                <a:latin typeface="Tahoma" panose="020B0604030504040204"/>
                <a:cs typeface="Tahoma" panose="020B0604030504040204"/>
              </a:rPr>
              <a:t>a</a:t>
            </a:r>
            <a:r>
              <a:rPr spc="-45" dirty="0">
                <a:latin typeface="Tahoma" panose="020B0604030504040204"/>
                <a:cs typeface="Tahoma" panose="020B0604030504040204"/>
              </a:rPr>
              <a:t> </a:t>
            </a:r>
            <a:r>
              <a:rPr spc="-20" dirty="0">
                <a:latin typeface="Tahoma" panose="020B0604030504040204"/>
                <a:cs typeface="Tahoma" panose="020B0604030504040204"/>
              </a:rPr>
              <a:t>robot,</a:t>
            </a:r>
            <a:r>
              <a:rPr spc="-25" dirty="0">
                <a:latin typeface="Tahoma" panose="020B0604030504040204"/>
                <a:cs typeface="Tahoma" panose="020B0604030504040204"/>
              </a:rPr>
              <a:t> </a:t>
            </a:r>
            <a:r>
              <a:rPr spc="-30" dirty="0">
                <a:latin typeface="Tahoma" panose="020B0604030504040204"/>
                <a:cs typeface="Tahoma" panose="020B0604030504040204"/>
              </a:rPr>
              <a:t>so</a:t>
            </a:r>
            <a:r>
              <a:rPr spc="-35" dirty="0">
                <a:latin typeface="Tahoma" panose="020B0604030504040204"/>
                <a:cs typeface="Tahoma" panose="020B0604030504040204"/>
              </a:rPr>
              <a:t> </a:t>
            </a:r>
            <a:r>
              <a:rPr spc="-30" dirty="0">
                <a:latin typeface="Tahoma" panose="020B0604030504040204"/>
                <a:cs typeface="Tahoma" panose="020B0604030504040204"/>
              </a:rPr>
              <a:t>he/she</a:t>
            </a:r>
            <a:r>
              <a:rPr spc="-25" dirty="0">
                <a:latin typeface="Tahoma" panose="020B0604030504040204"/>
                <a:cs typeface="Tahoma" panose="020B0604030504040204"/>
              </a:rPr>
              <a:t> </a:t>
            </a:r>
            <a:r>
              <a:rPr dirty="0">
                <a:latin typeface="Tahoma" panose="020B0604030504040204"/>
                <a:cs typeface="Tahoma" panose="020B0604030504040204"/>
              </a:rPr>
              <a:t>will</a:t>
            </a:r>
            <a:r>
              <a:rPr spc="-30" dirty="0">
                <a:latin typeface="Tahoma" panose="020B0604030504040204"/>
                <a:cs typeface="Tahoma" panose="020B0604030504040204"/>
              </a:rPr>
              <a:t> </a:t>
            </a:r>
            <a:r>
              <a:rPr spc="-70" dirty="0">
                <a:latin typeface="Tahoma" panose="020B0604030504040204"/>
                <a:cs typeface="Tahoma" panose="020B0604030504040204"/>
              </a:rPr>
              <a:t>need</a:t>
            </a:r>
            <a:r>
              <a:rPr spc="-15" dirty="0">
                <a:latin typeface="Tahoma" panose="020B0604030504040204"/>
                <a:cs typeface="Tahoma" panose="020B0604030504040204"/>
              </a:rPr>
              <a:t> </a:t>
            </a:r>
            <a:r>
              <a:rPr dirty="0">
                <a:latin typeface="Tahoma" panose="020B0604030504040204"/>
                <a:cs typeface="Tahoma" panose="020B0604030504040204"/>
              </a:rPr>
              <a:t>to</a:t>
            </a:r>
            <a:r>
              <a:rPr spc="-30" dirty="0">
                <a:latin typeface="Tahoma" panose="020B0604030504040204"/>
                <a:cs typeface="Tahoma" panose="020B0604030504040204"/>
              </a:rPr>
              <a:t> </a:t>
            </a:r>
            <a:r>
              <a:rPr spc="-50" dirty="0">
                <a:latin typeface="Tahoma" panose="020B0604030504040204"/>
                <a:cs typeface="Tahoma" panose="020B0604030504040204"/>
              </a:rPr>
              <a:t>know</a:t>
            </a:r>
            <a:r>
              <a:rPr spc="-25" dirty="0">
                <a:latin typeface="Tahoma" panose="020B0604030504040204"/>
                <a:cs typeface="Tahoma" panose="020B0604030504040204"/>
              </a:rPr>
              <a:t> </a:t>
            </a:r>
            <a:r>
              <a:rPr spc="-20" dirty="0">
                <a:latin typeface="Tahoma" panose="020B0604030504040204"/>
                <a:cs typeface="Tahoma" panose="020B0604030504040204"/>
              </a:rPr>
              <a:t>partial</a:t>
            </a:r>
            <a:r>
              <a:rPr spc="-30" dirty="0">
                <a:latin typeface="Tahoma" panose="020B0604030504040204"/>
                <a:cs typeface="Tahoma" panose="020B0604030504040204"/>
              </a:rPr>
              <a:t> </a:t>
            </a:r>
            <a:r>
              <a:rPr spc="-40" dirty="0">
                <a:latin typeface="Tahoma" panose="020B0604030504040204"/>
                <a:cs typeface="Tahoma" panose="020B0604030504040204"/>
              </a:rPr>
              <a:t>derivatives</a:t>
            </a:r>
            <a:r>
              <a:rPr spc="-25" dirty="0">
                <a:latin typeface="Tahoma" panose="020B0604030504040204"/>
                <a:cs typeface="Tahoma" panose="020B0604030504040204"/>
              </a:rPr>
              <a:t> </a:t>
            </a:r>
            <a:r>
              <a:rPr spc="-35" dirty="0">
                <a:latin typeface="Tahoma" panose="020B0604030504040204"/>
                <a:cs typeface="Tahoma" panose="020B0604030504040204"/>
              </a:rPr>
              <a:t>and</a:t>
            </a:r>
            <a:r>
              <a:rPr spc="-30" dirty="0">
                <a:latin typeface="Tahoma" panose="020B0604030504040204"/>
                <a:cs typeface="Tahoma" panose="020B0604030504040204"/>
              </a:rPr>
              <a:t> </a:t>
            </a:r>
            <a:r>
              <a:rPr spc="-10" dirty="0">
                <a:latin typeface="Tahoma" panose="020B0604030504040204"/>
                <a:cs typeface="Tahoma" panose="020B0604030504040204"/>
              </a:rPr>
              <a:t>gradients.</a:t>
            </a:r>
            <a:endParaRPr dirty="0">
              <a:latin typeface="Tahoma" panose="020B0604030504040204"/>
              <a:cs typeface="Tahoma" panose="020B0604030504040204"/>
            </a:endParaRPr>
          </a:p>
        </p:txBody>
      </p:sp>
      <p:pic>
        <p:nvPicPr>
          <p:cNvPr id="6" name="object 6"/>
          <p:cNvPicPr/>
          <p:nvPr/>
        </p:nvPicPr>
        <p:blipFill>
          <a:blip r:embed="rId2" cstate="print"/>
          <a:stretch>
            <a:fillRect/>
          </a:stretch>
        </p:blipFill>
        <p:spPr>
          <a:xfrm>
            <a:off x="783504" y="1981200"/>
            <a:ext cx="10722695" cy="4160447"/>
          </a:xfrm>
          <a:prstGeom prst="rect">
            <a:avLst/>
          </a:prstGeom>
        </p:spPr>
      </p:pic>
      <p:sp>
        <p:nvSpPr>
          <p:cNvPr id="7" name="object 7"/>
          <p:cNvSpPr txBox="1">
            <a:spLocks noGrp="1"/>
          </p:cNvSpPr>
          <p:nvPr>
            <p:ph type="sldNum" sz="quarter" idx="7"/>
          </p:nvPr>
        </p:nvSpPr>
        <p:spPr>
          <a:prstGeom prst="rect">
            <a:avLst/>
          </a:prstGeom>
        </p:spPr>
        <p:txBody>
          <a:bodyPr vert="horz" wrap="square" lIns="0" tIns="0" rIns="0" bIns="0" rtlCol="0">
            <a:spAutoFit/>
          </a:bodyPr>
          <a:lstStyle/>
          <a:p>
            <a:pPr marL="38100">
              <a:lnSpc>
                <a:spcPts val="680"/>
              </a:lnSpc>
            </a:pPr>
            <a:r>
              <a:rPr spc="-10" dirty="0"/>
              <a:t>19/21</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0" y="787"/>
            <a:ext cx="12192000" cy="989813"/>
          </a:xfrm>
          <a:custGeom>
            <a:avLst/>
            <a:gdLst/>
            <a:ahLst/>
            <a:cxnLst/>
            <a:rect l="l" t="t" r="r" b="b"/>
            <a:pathLst>
              <a:path w="4608195" h="499109">
                <a:moveTo>
                  <a:pt x="4607864" y="498751"/>
                </a:moveTo>
                <a:lnTo>
                  <a:pt x="0" y="498751"/>
                </a:lnTo>
                <a:lnTo>
                  <a:pt x="0" y="0"/>
                </a:lnTo>
                <a:lnTo>
                  <a:pt x="4607864" y="6"/>
                </a:lnTo>
                <a:lnTo>
                  <a:pt x="4607864" y="498751"/>
                </a:lnTo>
                <a:close/>
              </a:path>
            </a:pathLst>
          </a:custGeom>
          <a:solidFill>
            <a:srgbClr val="3333B1"/>
          </a:solidFill>
        </p:spPr>
        <p:txBody>
          <a:bodyPr wrap="square" lIns="0" tIns="0" rIns="0" bIns="0" rtlCol="0"/>
          <a:lstStyle/>
          <a:p>
            <a:endParaRPr/>
          </a:p>
        </p:txBody>
      </p:sp>
      <p:sp>
        <p:nvSpPr>
          <p:cNvPr id="3" name="object 3"/>
          <p:cNvSpPr txBox="1">
            <a:spLocks noGrp="1"/>
          </p:cNvSpPr>
          <p:nvPr>
            <p:ph type="title"/>
          </p:nvPr>
        </p:nvSpPr>
        <p:spPr>
          <a:xfrm>
            <a:off x="95427" y="173334"/>
            <a:ext cx="3714573" cy="443070"/>
          </a:xfrm>
          <a:prstGeom prst="rect">
            <a:avLst/>
          </a:prstGeom>
        </p:spPr>
        <p:txBody>
          <a:bodyPr vert="horz" wrap="square" lIns="0" tIns="12065" rIns="0" bIns="0" rtlCol="0">
            <a:spAutoFit/>
          </a:bodyPr>
          <a:lstStyle/>
          <a:p>
            <a:pPr marL="12700">
              <a:lnSpc>
                <a:spcPct val="100000"/>
              </a:lnSpc>
              <a:spcBef>
                <a:spcPts val="95"/>
              </a:spcBef>
            </a:pPr>
            <a:r>
              <a:rPr lang="en-IN" sz="2800" b="0" i="0" spc="-50" dirty="0">
                <a:solidFill>
                  <a:srgbClr val="FFFFFF"/>
                </a:solidFill>
                <a:latin typeface="Tahoma" panose="020B0604030504040204"/>
                <a:cs typeface="Tahoma" panose="020B0604030504040204"/>
              </a:rPr>
              <a:t>  </a:t>
            </a:r>
            <a:r>
              <a:rPr sz="2800" b="0" i="0" spc="-50" dirty="0">
                <a:solidFill>
                  <a:srgbClr val="FFFFFF"/>
                </a:solidFill>
                <a:latin typeface="Tahoma" panose="020B0604030504040204"/>
                <a:cs typeface="Tahoma" panose="020B0604030504040204"/>
              </a:rPr>
              <a:t>Further</a:t>
            </a:r>
            <a:r>
              <a:rPr sz="2800" b="0" i="0" spc="-60" dirty="0">
                <a:solidFill>
                  <a:srgbClr val="FFFFFF"/>
                </a:solidFill>
                <a:latin typeface="Tahoma" panose="020B0604030504040204"/>
                <a:cs typeface="Tahoma" panose="020B0604030504040204"/>
              </a:rPr>
              <a:t> </a:t>
            </a:r>
            <a:r>
              <a:rPr sz="2800" b="0" i="0" spc="-70" dirty="0">
                <a:solidFill>
                  <a:srgbClr val="FFFFFF"/>
                </a:solidFill>
                <a:latin typeface="Tahoma" panose="020B0604030504040204"/>
                <a:cs typeface="Tahoma" panose="020B0604030504040204"/>
              </a:rPr>
              <a:t>Uses</a:t>
            </a:r>
            <a:endParaRPr sz="2800" dirty="0">
              <a:latin typeface="Tahoma" panose="020B0604030504040204"/>
              <a:cs typeface="Tahoma" panose="020B0604030504040204"/>
            </a:endParaRPr>
          </a:p>
        </p:txBody>
      </p:sp>
      <p:sp>
        <p:nvSpPr>
          <p:cNvPr id="5" name="object 5"/>
          <p:cNvSpPr txBox="1"/>
          <p:nvPr/>
        </p:nvSpPr>
        <p:spPr>
          <a:xfrm>
            <a:off x="366050" y="2263775"/>
            <a:ext cx="11673549" cy="2234458"/>
          </a:xfrm>
          <a:prstGeom prst="rect">
            <a:avLst/>
          </a:prstGeom>
        </p:spPr>
        <p:txBody>
          <a:bodyPr vert="horz" wrap="square" lIns="0" tIns="12700" rIns="0" bIns="0" rtlCol="0">
            <a:spAutoFit/>
          </a:bodyPr>
          <a:lstStyle/>
          <a:p>
            <a:pPr marL="355600" marR="238125" indent="-342900">
              <a:lnSpc>
                <a:spcPct val="154000"/>
              </a:lnSpc>
              <a:spcBef>
                <a:spcPts val="100"/>
              </a:spcBef>
              <a:buFont typeface="Wingdings" panose="05000000000000000000" pitchFamily="2" charset="2"/>
              <a:buChar char="§"/>
            </a:pPr>
            <a:r>
              <a:rPr sz="2400" spc="-20" dirty="0">
                <a:latin typeface="Tahoma" panose="020B0604030504040204"/>
                <a:cs typeface="Tahoma" panose="020B0604030504040204"/>
              </a:rPr>
              <a:t>Calculus</a:t>
            </a:r>
            <a:r>
              <a:rPr sz="2400" spc="-25" dirty="0">
                <a:latin typeface="Tahoma" panose="020B0604030504040204"/>
                <a:cs typeface="Tahoma" panose="020B0604030504040204"/>
              </a:rPr>
              <a:t> </a:t>
            </a:r>
            <a:r>
              <a:rPr sz="2400" dirty="0">
                <a:latin typeface="Tahoma" panose="020B0604030504040204"/>
                <a:cs typeface="Tahoma" panose="020B0604030504040204"/>
              </a:rPr>
              <a:t>is</a:t>
            </a:r>
            <a:r>
              <a:rPr sz="2400" spc="-25" dirty="0">
                <a:latin typeface="Tahoma" panose="020B0604030504040204"/>
                <a:cs typeface="Tahoma" panose="020B0604030504040204"/>
              </a:rPr>
              <a:t> </a:t>
            </a:r>
            <a:r>
              <a:rPr sz="2400" spc="-60" dirty="0">
                <a:latin typeface="Tahoma" panose="020B0604030504040204"/>
                <a:cs typeface="Tahoma" panose="020B0604030504040204"/>
              </a:rPr>
              <a:t>used</a:t>
            </a:r>
            <a:r>
              <a:rPr sz="2400" spc="-20" dirty="0">
                <a:latin typeface="Tahoma" panose="020B0604030504040204"/>
                <a:cs typeface="Tahoma" panose="020B0604030504040204"/>
              </a:rPr>
              <a:t> for</a:t>
            </a:r>
            <a:r>
              <a:rPr sz="2400" spc="-25" dirty="0">
                <a:latin typeface="Tahoma" panose="020B0604030504040204"/>
                <a:cs typeface="Tahoma" panose="020B0604030504040204"/>
              </a:rPr>
              <a:t> optimization, </a:t>
            </a:r>
            <a:r>
              <a:rPr sz="2400" spc="-40" dirty="0">
                <a:latin typeface="Tahoma" panose="020B0604030504040204"/>
                <a:cs typeface="Tahoma" panose="020B0604030504040204"/>
              </a:rPr>
              <a:t>summation,</a:t>
            </a:r>
            <a:r>
              <a:rPr sz="2400" spc="-20" dirty="0">
                <a:latin typeface="Tahoma" panose="020B0604030504040204"/>
                <a:cs typeface="Tahoma" panose="020B0604030504040204"/>
              </a:rPr>
              <a:t> </a:t>
            </a:r>
            <a:r>
              <a:rPr sz="2400" spc="-35" dirty="0">
                <a:latin typeface="Tahoma" panose="020B0604030504040204"/>
                <a:cs typeface="Tahoma" panose="020B0604030504040204"/>
              </a:rPr>
              <a:t>and</a:t>
            </a:r>
            <a:r>
              <a:rPr sz="2400" spc="-25" dirty="0">
                <a:latin typeface="Tahoma" panose="020B0604030504040204"/>
                <a:cs typeface="Tahoma" panose="020B0604030504040204"/>
              </a:rPr>
              <a:t> </a:t>
            </a:r>
            <a:r>
              <a:rPr sz="2400" spc="-35" dirty="0">
                <a:latin typeface="Tahoma" panose="020B0604030504040204"/>
                <a:cs typeface="Tahoma" panose="020B0604030504040204"/>
              </a:rPr>
              <a:t>predicting</a:t>
            </a:r>
            <a:r>
              <a:rPr sz="2400" spc="-20" dirty="0">
                <a:latin typeface="Tahoma" panose="020B0604030504040204"/>
                <a:cs typeface="Tahoma" panose="020B0604030504040204"/>
              </a:rPr>
              <a:t> trends </a:t>
            </a:r>
            <a:r>
              <a:rPr sz="2400" spc="-35" dirty="0">
                <a:latin typeface="Tahoma" panose="020B0604030504040204"/>
                <a:cs typeface="Tahoma" panose="020B0604030504040204"/>
              </a:rPr>
              <a:t>through</a:t>
            </a:r>
            <a:r>
              <a:rPr sz="2400" spc="-15" dirty="0">
                <a:latin typeface="Tahoma" panose="020B0604030504040204"/>
                <a:cs typeface="Tahoma" panose="020B0604030504040204"/>
              </a:rPr>
              <a:t> </a:t>
            </a:r>
            <a:r>
              <a:rPr sz="2400" spc="-40" dirty="0">
                <a:latin typeface="Tahoma" panose="020B0604030504040204"/>
                <a:cs typeface="Tahoma" panose="020B0604030504040204"/>
              </a:rPr>
              <a:t>modeling</a:t>
            </a:r>
            <a:r>
              <a:rPr sz="2400" spc="-10" dirty="0">
                <a:latin typeface="Tahoma" panose="020B0604030504040204"/>
                <a:cs typeface="Tahoma" panose="020B0604030504040204"/>
              </a:rPr>
              <a:t> </a:t>
            </a:r>
            <a:r>
              <a:rPr sz="2400" spc="-60" dirty="0">
                <a:latin typeface="Tahoma" panose="020B0604030504040204"/>
                <a:cs typeface="Tahoma" panose="020B0604030504040204"/>
              </a:rPr>
              <a:t>change</a:t>
            </a:r>
            <a:r>
              <a:rPr sz="2400" spc="-10" dirty="0">
                <a:latin typeface="Tahoma" panose="020B0604030504040204"/>
                <a:cs typeface="Tahoma" panose="020B0604030504040204"/>
              </a:rPr>
              <a:t> </a:t>
            </a:r>
            <a:r>
              <a:rPr sz="2400" spc="-50" dirty="0">
                <a:latin typeface="Tahoma" panose="020B0604030504040204"/>
                <a:cs typeface="Tahoma" panose="020B0604030504040204"/>
              </a:rPr>
              <a:t>over</a:t>
            </a:r>
            <a:r>
              <a:rPr sz="2400" spc="-10" dirty="0">
                <a:latin typeface="Tahoma" panose="020B0604030504040204"/>
                <a:cs typeface="Tahoma" panose="020B0604030504040204"/>
              </a:rPr>
              <a:t> </a:t>
            </a:r>
            <a:r>
              <a:rPr sz="2400" spc="-20" dirty="0">
                <a:latin typeface="Tahoma" panose="020B0604030504040204"/>
                <a:cs typeface="Tahoma" panose="020B0604030504040204"/>
              </a:rPr>
              <a:t>time.</a:t>
            </a:r>
            <a:endParaRPr lang="en-IN" sz="2400" dirty="0">
              <a:latin typeface="Tahoma" panose="020B0604030504040204"/>
              <a:cs typeface="Tahoma" panose="020B0604030504040204"/>
            </a:endParaRPr>
          </a:p>
          <a:p>
            <a:pPr marL="355600" marR="238125" indent="-342900">
              <a:lnSpc>
                <a:spcPct val="154000"/>
              </a:lnSpc>
              <a:spcBef>
                <a:spcPts val="100"/>
              </a:spcBef>
              <a:buFont typeface="Wingdings" panose="05000000000000000000" pitchFamily="2" charset="2"/>
              <a:buChar char="§"/>
            </a:pPr>
            <a:r>
              <a:rPr sz="2400" spc="-10" dirty="0">
                <a:latin typeface="Tahoma" panose="020B0604030504040204"/>
                <a:cs typeface="Tahoma" panose="020B0604030504040204"/>
              </a:rPr>
              <a:t>For</a:t>
            </a:r>
            <a:r>
              <a:rPr sz="2400" spc="-45" dirty="0">
                <a:latin typeface="Tahoma" panose="020B0604030504040204"/>
                <a:cs typeface="Tahoma" panose="020B0604030504040204"/>
              </a:rPr>
              <a:t> </a:t>
            </a:r>
            <a:r>
              <a:rPr sz="2400" spc="-50" dirty="0">
                <a:latin typeface="Tahoma" panose="020B0604030504040204"/>
                <a:cs typeface="Tahoma" panose="020B0604030504040204"/>
              </a:rPr>
              <a:t>example,</a:t>
            </a:r>
            <a:r>
              <a:rPr sz="2400" spc="-30" dirty="0">
                <a:latin typeface="Tahoma" panose="020B0604030504040204"/>
                <a:cs typeface="Tahoma" panose="020B0604030504040204"/>
              </a:rPr>
              <a:t> </a:t>
            </a:r>
            <a:r>
              <a:rPr sz="2400" dirty="0">
                <a:latin typeface="Tahoma" panose="020B0604030504040204"/>
                <a:cs typeface="Tahoma" panose="020B0604030504040204"/>
              </a:rPr>
              <a:t>a</a:t>
            </a:r>
            <a:r>
              <a:rPr sz="2400" spc="-30" dirty="0">
                <a:latin typeface="Tahoma" panose="020B0604030504040204"/>
                <a:cs typeface="Tahoma" panose="020B0604030504040204"/>
              </a:rPr>
              <a:t> </a:t>
            </a:r>
            <a:r>
              <a:rPr sz="2400" spc="-40" dirty="0">
                <a:latin typeface="Tahoma" panose="020B0604030504040204"/>
                <a:cs typeface="Tahoma" panose="020B0604030504040204"/>
              </a:rPr>
              <a:t>manufacturer</a:t>
            </a:r>
            <a:r>
              <a:rPr sz="2400" spc="-35" dirty="0">
                <a:latin typeface="Tahoma" panose="020B0604030504040204"/>
                <a:cs typeface="Tahoma" panose="020B0604030504040204"/>
              </a:rPr>
              <a:t> </a:t>
            </a:r>
            <a:r>
              <a:rPr sz="2400" spc="-25" dirty="0">
                <a:latin typeface="Tahoma" panose="020B0604030504040204"/>
                <a:cs typeface="Tahoma" panose="020B0604030504040204"/>
              </a:rPr>
              <a:t>could</a:t>
            </a:r>
            <a:r>
              <a:rPr sz="2400" spc="-30" dirty="0">
                <a:latin typeface="Tahoma" panose="020B0604030504040204"/>
                <a:cs typeface="Tahoma" panose="020B0604030504040204"/>
              </a:rPr>
              <a:t> </a:t>
            </a:r>
            <a:r>
              <a:rPr sz="2400" spc="-60" dirty="0">
                <a:latin typeface="Tahoma" panose="020B0604030504040204"/>
                <a:cs typeface="Tahoma" panose="020B0604030504040204"/>
              </a:rPr>
              <a:t>use</a:t>
            </a:r>
            <a:r>
              <a:rPr sz="2400" spc="-30" dirty="0">
                <a:latin typeface="Tahoma" panose="020B0604030504040204"/>
                <a:cs typeface="Tahoma" panose="020B0604030504040204"/>
              </a:rPr>
              <a:t> </a:t>
            </a:r>
            <a:r>
              <a:rPr sz="2400" spc="-20" dirty="0">
                <a:latin typeface="Tahoma" panose="020B0604030504040204"/>
                <a:cs typeface="Tahoma" panose="020B0604030504040204"/>
              </a:rPr>
              <a:t>Calculus</a:t>
            </a:r>
            <a:r>
              <a:rPr sz="2400" spc="-30" dirty="0">
                <a:latin typeface="Tahoma" panose="020B0604030504040204"/>
                <a:cs typeface="Tahoma" panose="020B0604030504040204"/>
              </a:rPr>
              <a:t> </a:t>
            </a:r>
            <a:r>
              <a:rPr sz="2400" dirty="0">
                <a:latin typeface="Tahoma" panose="020B0604030504040204"/>
                <a:cs typeface="Tahoma" panose="020B0604030504040204"/>
              </a:rPr>
              <a:t>to</a:t>
            </a:r>
            <a:r>
              <a:rPr sz="2400" spc="-35" dirty="0">
                <a:latin typeface="Tahoma" panose="020B0604030504040204"/>
                <a:cs typeface="Tahoma" panose="020B0604030504040204"/>
              </a:rPr>
              <a:t> </a:t>
            </a:r>
            <a:r>
              <a:rPr sz="2400" spc="-25" dirty="0">
                <a:latin typeface="Tahoma" panose="020B0604030504040204"/>
                <a:cs typeface="Tahoma" panose="020B0604030504040204"/>
              </a:rPr>
              <a:t>optimize</a:t>
            </a:r>
            <a:r>
              <a:rPr sz="2400" spc="-30" dirty="0">
                <a:latin typeface="Tahoma" panose="020B0604030504040204"/>
                <a:cs typeface="Tahoma" panose="020B0604030504040204"/>
              </a:rPr>
              <a:t> </a:t>
            </a:r>
            <a:r>
              <a:rPr sz="2400" spc="-20" dirty="0">
                <a:latin typeface="Tahoma" panose="020B0604030504040204"/>
                <a:cs typeface="Tahoma" panose="020B0604030504040204"/>
              </a:rPr>
              <a:t>production </a:t>
            </a:r>
            <a:r>
              <a:rPr sz="2400" spc="-10" dirty="0">
                <a:latin typeface="Tahoma" panose="020B0604030504040204"/>
                <a:cs typeface="Tahoma" panose="020B0604030504040204"/>
              </a:rPr>
              <a:t>costs.</a:t>
            </a:r>
            <a:endParaRPr lang="en-IN" sz="2400" spc="-10" dirty="0">
              <a:latin typeface="Tahoma" panose="020B0604030504040204"/>
              <a:cs typeface="Tahoma" panose="020B0604030504040204"/>
            </a:endParaRPr>
          </a:p>
          <a:p>
            <a:pPr marL="355600" marR="238125" indent="-342900">
              <a:lnSpc>
                <a:spcPct val="154000"/>
              </a:lnSpc>
              <a:spcBef>
                <a:spcPts val="100"/>
              </a:spcBef>
              <a:buFont typeface="Wingdings" panose="05000000000000000000" pitchFamily="2" charset="2"/>
              <a:buChar char="§"/>
            </a:pPr>
            <a:r>
              <a:rPr lang="en-IN" sz="2400" dirty="0">
                <a:latin typeface="Tahoma" panose="020B0604030504040204"/>
                <a:cs typeface="Tahoma" panose="020B0604030504040204"/>
              </a:rPr>
              <a:t>F</a:t>
            </a:r>
            <a:r>
              <a:rPr sz="2400" spc="-45" dirty="0" err="1">
                <a:latin typeface="Tahoma" panose="020B0604030504040204"/>
                <a:cs typeface="Tahoma" panose="020B0604030504040204"/>
              </a:rPr>
              <a:t>urthermore</a:t>
            </a:r>
            <a:r>
              <a:rPr sz="2400" spc="-45" dirty="0">
                <a:latin typeface="Tahoma" panose="020B0604030504040204"/>
                <a:cs typeface="Tahoma" panose="020B0604030504040204"/>
              </a:rPr>
              <a:t>,</a:t>
            </a:r>
            <a:r>
              <a:rPr sz="2400" spc="-20" dirty="0">
                <a:latin typeface="Tahoma" panose="020B0604030504040204"/>
                <a:cs typeface="Tahoma" panose="020B0604030504040204"/>
              </a:rPr>
              <a:t> Calculus </a:t>
            </a:r>
            <a:r>
              <a:rPr sz="2400" dirty="0">
                <a:latin typeface="Tahoma" panose="020B0604030504040204"/>
                <a:cs typeface="Tahoma" panose="020B0604030504040204"/>
              </a:rPr>
              <a:t>is</a:t>
            </a:r>
            <a:r>
              <a:rPr sz="2400" spc="-20" dirty="0">
                <a:latin typeface="Tahoma" panose="020B0604030504040204"/>
                <a:cs typeface="Tahoma" panose="020B0604030504040204"/>
              </a:rPr>
              <a:t> </a:t>
            </a:r>
            <a:r>
              <a:rPr sz="2400" spc="-60" dirty="0">
                <a:latin typeface="Tahoma" panose="020B0604030504040204"/>
                <a:cs typeface="Tahoma" panose="020B0604030504040204"/>
              </a:rPr>
              <a:t>used</a:t>
            </a:r>
            <a:r>
              <a:rPr sz="2400" spc="-20" dirty="0">
                <a:latin typeface="Tahoma" panose="020B0604030504040204"/>
                <a:cs typeface="Tahoma" panose="020B0604030504040204"/>
              </a:rPr>
              <a:t> </a:t>
            </a:r>
            <a:r>
              <a:rPr sz="2400" dirty="0">
                <a:latin typeface="Tahoma" panose="020B0604030504040204"/>
                <a:cs typeface="Tahoma" panose="020B0604030504040204"/>
              </a:rPr>
              <a:t>to</a:t>
            </a:r>
            <a:r>
              <a:rPr sz="2400" spc="-25" dirty="0">
                <a:latin typeface="Tahoma" panose="020B0604030504040204"/>
                <a:cs typeface="Tahoma" panose="020B0604030504040204"/>
              </a:rPr>
              <a:t> </a:t>
            </a:r>
            <a:r>
              <a:rPr sz="2400" spc="-30" dirty="0">
                <a:latin typeface="Tahoma" panose="020B0604030504040204"/>
                <a:cs typeface="Tahoma" panose="020B0604030504040204"/>
              </a:rPr>
              <a:t>predict</a:t>
            </a:r>
            <a:r>
              <a:rPr sz="2400" spc="-20" dirty="0">
                <a:latin typeface="Tahoma" panose="020B0604030504040204"/>
                <a:cs typeface="Tahoma" panose="020B0604030504040204"/>
              </a:rPr>
              <a:t> </a:t>
            </a:r>
            <a:r>
              <a:rPr sz="2400" spc="-10" dirty="0">
                <a:latin typeface="Tahoma" panose="020B0604030504040204"/>
                <a:cs typeface="Tahoma" panose="020B0604030504040204"/>
              </a:rPr>
              <a:t>the</a:t>
            </a:r>
            <a:r>
              <a:rPr sz="2400" spc="-20" dirty="0">
                <a:latin typeface="Tahoma" panose="020B0604030504040204"/>
                <a:cs typeface="Tahoma" panose="020B0604030504040204"/>
              </a:rPr>
              <a:t> </a:t>
            </a:r>
            <a:r>
              <a:rPr sz="2400" spc="-60" dirty="0">
                <a:latin typeface="Tahoma" panose="020B0604030504040204"/>
                <a:cs typeface="Tahoma" panose="020B0604030504040204"/>
              </a:rPr>
              <a:t>weather</a:t>
            </a:r>
            <a:r>
              <a:rPr sz="2400" spc="-20" dirty="0">
                <a:latin typeface="Tahoma" panose="020B0604030504040204"/>
                <a:cs typeface="Tahoma" panose="020B0604030504040204"/>
              </a:rPr>
              <a:t> </a:t>
            </a:r>
            <a:r>
              <a:rPr sz="2400" spc="-10" dirty="0">
                <a:latin typeface="Tahoma" panose="020B0604030504040204"/>
                <a:cs typeface="Tahoma" panose="020B0604030504040204"/>
              </a:rPr>
              <a:t>patterns.</a:t>
            </a:r>
            <a:endParaRPr sz="2400" dirty="0">
              <a:latin typeface="Tahoma" panose="020B0604030504040204"/>
              <a:cs typeface="Tahoma" panose="020B0604030504040204"/>
            </a:endParaRPr>
          </a:p>
        </p:txBody>
      </p:sp>
      <p:sp>
        <p:nvSpPr>
          <p:cNvPr id="8" name="object 8"/>
          <p:cNvSpPr txBox="1">
            <a:spLocks noGrp="1"/>
          </p:cNvSpPr>
          <p:nvPr>
            <p:ph type="sldNum" sz="quarter" idx="7"/>
          </p:nvPr>
        </p:nvSpPr>
        <p:spPr>
          <a:prstGeom prst="rect">
            <a:avLst/>
          </a:prstGeom>
        </p:spPr>
        <p:txBody>
          <a:bodyPr vert="horz" wrap="square" lIns="0" tIns="0" rIns="0" bIns="0" rtlCol="0">
            <a:spAutoFit/>
          </a:bodyPr>
          <a:lstStyle/>
          <a:p>
            <a:pPr marL="38100">
              <a:lnSpc>
                <a:spcPts val="680"/>
              </a:lnSpc>
            </a:pPr>
            <a:r>
              <a:rPr spc="-10" dirty="0"/>
              <a:t>20/21</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4191000" y="2133601"/>
            <a:ext cx="4343399" cy="936154"/>
          </a:xfrm>
          <a:prstGeom prst="rect">
            <a:avLst/>
          </a:prstGeom>
        </p:spPr>
        <p:txBody>
          <a:bodyPr vert="horz" wrap="square" lIns="0" tIns="12700" rIns="0" bIns="0" rtlCol="0">
            <a:spAutoFit/>
          </a:bodyPr>
          <a:lstStyle/>
          <a:p>
            <a:pPr marL="12700">
              <a:lnSpc>
                <a:spcPct val="100000"/>
              </a:lnSpc>
              <a:spcBef>
                <a:spcPts val="100"/>
              </a:spcBef>
            </a:pPr>
            <a:r>
              <a:rPr sz="6000" dirty="0">
                <a:solidFill>
                  <a:srgbClr val="00FF00"/>
                </a:solidFill>
                <a:latin typeface="Tahoma" panose="020B0604030504040204"/>
                <a:cs typeface="Tahoma" panose="020B0604030504040204"/>
              </a:rPr>
              <a:t>Thank</a:t>
            </a:r>
            <a:r>
              <a:rPr sz="6000" spc="-70" dirty="0">
                <a:solidFill>
                  <a:srgbClr val="00FF00"/>
                </a:solidFill>
                <a:latin typeface="Tahoma" panose="020B0604030504040204"/>
                <a:cs typeface="Tahoma" panose="020B0604030504040204"/>
              </a:rPr>
              <a:t> </a:t>
            </a:r>
            <a:r>
              <a:rPr sz="6000" spc="-40" dirty="0">
                <a:solidFill>
                  <a:srgbClr val="00FF00"/>
                </a:solidFill>
                <a:latin typeface="Tahoma" panose="020B0604030504040204"/>
                <a:cs typeface="Tahoma" panose="020B0604030504040204"/>
              </a:rPr>
              <a:t>you.</a:t>
            </a:r>
            <a:endParaRPr sz="6000" dirty="0">
              <a:latin typeface="Tahoma" panose="020B0604030504040204"/>
              <a:cs typeface="Tahoma" panose="020B0604030504040204"/>
            </a:endParaRPr>
          </a:p>
        </p:txBody>
      </p:sp>
      <p:pic>
        <p:nvPicPr>
          <p:cNvPr id="3" name="object 3"/>
          <p:cNvPicPr/>
          <p:nvPr/>
        </p:nvPicPr>
        <p:blipFill>
          <a:blip r:embed="rId2" cstate="print"/>
          <a:stretch>
            <a:fillRect/>
          </a:stretch>
        </p:blipFill>
        <p:spPr>
          <a:xfrm>
            <a:off x="4343400" y="3345533"/>
            <a:ext cx="3372722" cy="2932718"/>
          </a:xfrm>
          <a:prstGeom prst="rect">
            <a:avLst/>
          </a:prstGeom>
        </p:spPr>
      </p:pic>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38100">
              <a:lnSpc>
                <a:spcPts val="680"/>
              </a:lnSpc>
            </a:pPr>
            <a:r>
              <a:rPr spc="-10" dirty="0"/>
              <a:t>21/21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5B869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activity xmlns="306013f8-906e-456f-bbf4-5842bf6a814c"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F392D7002785F47ABABA81DF2C2A9D3" ma:contentTypeVersion="11" ma:contentTypeDescription="Create a new document." ma:contentTypeScope="" ma:versionID="beece09a7162fb47c72d27e1f7a0dd4a">
  <xsd:schema xmlns:xsd="http://www.w3.org/2001/XMLSchema" xmlns:xs="http://www.w3.org/2001/XMLSchema" xmlns:p="http://schemas.microsoft.com/office/2006/metadata/properties" xmlns:ns3="306013f8-906e-456f-bbf4-5842bf6a814c" targetNamespace="http://schemas.microsoft.com/office/2006/metadata/properties" ma:root="true" ma:fieldsID="07027bb750521558c7298a55b2324fbf" ns3:_="">
    <xsd:import namespace="306013f8-906e-456f-bbf4-5842bf6a814c"/>
    <xsd:element name="properties">
      <xsd:complexType>
        <xsd:sequence>
          <xsd:element name="documentManagement">
            <xsd:complexType>
              <xsd:all>
                <xsd:element ref="ns3:MediaServiceMetadata" minOccurs="0"/>
                <xsd:element ref="ns3:MediaServiceFastMetadata" minOccurs="0"/>
                <xsd:element ref="ns3:MediaServiceObjectDetectorVersions" minOccurs="0"/>
                <xsd:element ref="ns3:MediaServiceGenerationTime" minOccurs="0"/>
                <xsd:element ref="ns3:MediaServiceEventHashCode" minOccurs="0"/>
                <xsd:element ref="ns3:MediaServiceSystemTags" minOccurs="0"/>
                <xsd:element ref="ns3:MediaServiceOCR" minOccurs="0"/>
                <xsd:element ref="ns3:MediaServiceSearchProperties" minOccurs="0"/>
                <xsd:element ref="ns3:MediaServiceDateTaken" minOccurs="0"/>
                <xsd:element ref="ns3:_activity" minOccurs="0"/>
                <xsd:element ref="ns3: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06013f8-906e-456f-bbf4-5842bf6a814c"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MediaServiceGenerationTime" ma:index="11" nillable="true" ma:displayName="MediaServiceGenerationTime" ma:hidden="true" ma:internalName="MediaServiceGenerationTime"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SystemTags" ma:index="13" nillable="true" ma:displayName="MediaServiceSystemTags" ma:hidden="true" ma:internalName="MediaServiceSystemTags" ma:readOnly="true">
      <xsd:simpleType>
        <xsd:restriction base="dms:Note"/>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SearchProperties" ma:index="15" nillable="true" ma:displayName="MediaServiceSearchProperties" ma:hidden="true" ma:internalName="MediaServiceSearchProperties" ma:readOnly="true">
      <xsd:simpleType>
        <xsd:restriction base="dms:Note"/>
      </xsd:simpleType>
    </xsd:element>
    <xsd:element name="MediaServiceDateTaken" ma:index="16" nillable="true" ma:displayName="MediaServiceDateTaken" ma:hidden="true" ma:indexed="true" ma:internalName="MediaServiceDateTaken" ma:readOnly="true">
      <xsd:simpleType>
        <xsd:restriction base="dms:Text"/>
      </xsd:simpleType>
    </xsd:element>
    <xsd:element name="_activity" ma:index="17" nillable="true" ma:displayName="_activity" ma:hidden="true" ma:internalName="_activity">
      <xsd:simpleType>
        <xsd:restriction base="dms:Note"/>
      </xsd:simpleType>
    </xsd:element>
    <xsd:element name="MediaServiceBillingMetadata" ma:index="18" nillable="true" ma:displayName="MediaServiceBillingMetadata" ma:hidden="true" ma:internalName="MediaServiceBillingMetadata"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4571AA8C-11C8-4451-8579-F4AFC888F69F}">
  <ds:schemaRefs>
    <ds:schemaRef ds:uri="http://schemas.microsoft.com/office/2006/metadata/properties"/>
    <ds:schemaRef ds:uri="http://purl.org/dc/elements/1.1/"/>
    <ds:schemaRef ds:uri="http://schemas.microsoft.com/office/2006/documentManagement/types"/>
    <ds:schemaRef ds:uri="http://purl.org/dc/dcmitype/"/>
    <ds:schemaRef ds:uri="http://www.w3.org/XML/1998/namespace"/>
    <ds:schemaRef ds:uri="http://schemas.openxmlformats.org/package/2006/metadata/core-properties"/>
    <ds:schemaRef ds:uri="http://schemas.microsoft.com/office/infopath/2007/PartnerControls"/>
    <ds:schemaRef ds:uri="306013f8-906e-456f-bbf4-5842bf6a814c"/>
    <ds:schemaRef ds:uri="http://purl.org/dc/terms/"/>
  </ds:schemaRefs>
</ds:datastoreItem>
</file>

<file path=customXml/itemProps2.xml><?xml version="1.0" encoding="utf-8"?>
<ds:datastoreItem xmlns:ds="http://schemas.openxmlformats.org/officeDocument/2006/customXml" ds:itemID="{F4B98F45-3BDB-4F9E-82A3-D37D2C7456EC}">
  <ds:schemaRefs>
    <ds:schemaRef ds:uri="http://schemas.microsoft.com/sharepoint/v3/contenttype/forms"/>
  </ds:schemaRefs>
</ds:datastoreItem>
</file>

<file path=customXml/itemProps3.xml><?xml version="1.0" encoding="utf-8"?>
<ds:datastoreItem xmlns:ds="http://schemas.openxmlformats.org/officeDocument/2006/customXml" ds:itemID="{0E920827-25C3-42B0-B7A6-4A8FBA1DA05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306013f8-906e-456f-bbf4-5842bf6a814c"/>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115</TotalTime>
  <Words>763</Words>
  <Application>Microsoft Office PowerPoint</Application>
  <PresentationFormat>Widescreen</PresentationFormat>
  <Paragraphs>84</Paragraphs>
  <Slides>19</Slides>
  <Notes>1</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19</vt:i4>
      </vt:variant>
    </vt:vector>
  </HeadingPairs>
  <TitlesOfParts>
    <vt:vector size="29" baseType="lpstr">
      <vt:lpstr>Aptos</vt:lpstr>
      <vt:lpstr>Arial</vt:lpstr>
      <vt:lpstr>Calibri</vt:lpstr>
      <vt:lpstr>Georgia</vt:lpstr>
      <vt:lpstr>Tahoma</vt:lpstr>
      <vt:lpstr>Times New Roman</vt:lpstr>
      <vt:lpstr>Trebuchet MS</vt:lpstr>
      <vt:lpstr>Verdana</vt:lpstr>
      <vt:lpstr>Wingdings</vt:lpstr>
      <vt:lpstr>Office Theme</vt:lpstr>
      <vt:lpstr>Engineering Calculus (EMAT101L)</vt:lpstr>
      <vt:lpstr>Course Details:</vt:lpstr>
      <vt:lpstr>Course content: Module 1: 11 hours</vt:lpstr>
      <vt:lpstr>Course content: Module 2: 11 hours</vt:lpstr>
      <vt:lpstr>Course content: Module 3: 11 hours</vt:lpstr>
      <vt:lpstr>Course content: Module 4: 12 hours</vt:lpstr>
      <vt:lpstr>Text books:</vt:lpstr>
      <vt:lpstr>References:</vt:lpstr>
      <vt:lpstr>Evaluation Policy:</vt:lpstr>
      <vt:lpstr>Certification Link:  </vt:lpstr>
      <vt:lpstr>PowerPoint Presentation</vt:lpstr>
      <vt:lpstr>PowerPoint Presentation</vt:lpstr>
      <vt:lpstr>PowerPoint Presentation</vt:lpstr>
      <vt:lpstr>PowerPoint Presentation</vt:lpstr>
      <vt:lpstr> Military Use</vt:lpstr>
      <vt:lpstr>   General Problem Solving</vt:lpstr>
      <vt:lpstr>PowerPoint Presentation</vt:lpstr>
      <vt:lpstr>  Further Uses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Engineering Calculus (EMAT101L)</dc:title>
  <dc:creator>Sumit Malik</dc:creator>
  <cp:lastModifiedBy>Shaily</cp:lastModifiedBy>
  <cp:revision>8</cp:revision>
  <dcterms:created xsi:type="dcterms:W3CDTF">2025-08-19T07:58:00Z</dcterms:created>
  <dcterms:modified xsi:type="dcterms:W3CDTF">2025-08-21T07:19:36Z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2023-09-01T03:30:00Z</vt:filetime>
  </property>
  <property fmtid="{D5CDD505-2E9C-101B-9397-08002B2CF9AE}" pid="3" name="Creator">
    <vt:lpwstr>Adobe Acrobat Pro 9.0.0</vt:lpwstr>
  </property>
  <property fmtid="{D5CDD505-2E9C-101B-9397-08002B2CF9AE}" pid="4" name="LastSaved">
    <vt:filetime>2025-08-14T03:30:00Z</vt:filetime>
  </property>
  <property fmtid="{D5CDD505-2E9C-101B-9397-08002B2CF9AE}" pid="5" name="Producer">
    <vt:lpwstr>Adobe Acrobat Pro 9.0.0</vt:lpwstr>
  </property>
  <property fmtid="{D5CDD505-2E9C-101B-9397-08002B2CF9AE}" pid="6" name="ICV">
    <vt:lpwstr>3177976E20C444938BE712009BAEB0EC_12</vt:lpwstr>
  </property>
  <property fmtid="{D5CDD505-2E9C-101B-9397-08002B2CF9AE}" pid="7" name="KSOProductBuildVer">
    <vt:lpwstr>1033-12.2.0.21931</vt:lpwstr>
  </property>
  <property fmtid="{D5CDD505-2E9C-101B-9397-08002B2CF9AE}" pid="8" name="ContentTypeId">
    <vt:lpwstr>0x0101007F392D7002785F47ABABA81DF2C2A9D3</vt:lpwstr>
  </property>
</Properties>
</file>